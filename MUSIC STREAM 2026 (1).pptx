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5" r:id="rId6"/>
    <p:sldId id="258" r:id="rId7"/>
    <p:sldId id="264" r:id="rId8"/>
    <p:sldId id="276" r:id="rId9"/>
    <p:sldId id="277" r:id="rId10"/>
    <p:sldId id="278" r:id="rId11"/>
    <p:sldId id="279" r:id="rId12"/>
    <p:sldId id="280" r:id="rId13"/>
    <p:sldId id="274" r:id="rId14"/>
    <p:sldId id="272" r:id="rId15"/>
    <p:sldId id="268" r:id="rId16"/>
    <p:sldId id="269" r:id="rId17"/>
    <p:sldId id="266" r:id="rId18"/>
    <p:sldId id="270" r:id="rId19"/>
    <p:sldId id="275" r:id="rId20"/>
    <p:sldId id="26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D3B5A-B6FF-4FD2-88E4-40516855D43D}" v="78" dt="2026-07-17T09:24:36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tha Santhosh Nuvesh" userId="4e7e0d919fa93194" providerId="LiveId" clId="{6A2374A3-F1CF-4EE6-861B-6A57B023A41A}"/>
    <pc:docChg chg="undo custSel addSld delSld modSld sldOrd modMainMaster">
      <pc:chgData name="Mamtha Santhosh Nuvesh" userId="4e7e0d919fa93194" providerId="LiveId" clId="{6A2374A3-F1CF-4EE6-861B-6A57B023A41A}" dt="2026-07-18T17:21:38.616" v="5981" actId="1076"/>
      <pc:docMkLst>
        <pc:docMk/>
      </pc:docMkLst>
      <pc:sldChg chg="addSp delSp modSp mod modTransition">
        <pc:chgData name="Mamtha Santhosh Nuvesh" userId="4e7e0d919fa93194" providerId="LiveId" clId="{6A2374A3-F1CF-4EE6-861B-6A57B023A41A}" dt="2026-07-16T18:51:46.877" v="5356"/>
        <pc:sldMkLst>
          <pc:docMk/>
          <pc:sldMk cId="3998442563" sldId="256"/>
        </pc:sldMkLst>
        <pc:picChg chg="mod">
          <ac:chgData name="Mamtha Santhosh Nuvesh" userId="4e7e0d919fa93194" providerId="LiveId" clId="{6A2374A3-F1CF-4EE6-861B-6A57B023A41A}" dt="2026-07-16T16:40:31.362" v="4340" actId="1038"/>
          <ac:picMkLst>
            <pc:docMk/>
            <pc:sldMk cId="3998442563" sldId="256"/>
            <ac:picMk id="13" creationId="{B5A9A8EE-D1A3-50C3-54A4-E1DB7C65E5AA}"/>
          </ac:picMkLst>
        </pc:picChg>
        <pc:picChg chg="mod">
          <ac:chgData name="Mamtha Santhosh Nuvesh" userId="4e7e0d919fa93194" providerId="LiveId" clId="{6A2374A3-F1CF-4EE6-861B-6A57B023A41A}" dt="2026-07-16T16:39:30.005" v="4329" actId="1076"/>
          <ac:picMkLst>
            <pc:docMk/>
            <pc:sldMk cId="3998442563" sldId="256"/>
            <ac:picMk id="15" creationId="{A55B2437-6C70-962D-588B-3E0267F6F733}"/>
          </ac:picMkLst>
        </pc:picChg>
        <pc:picChg chg="mod">
          <ac:chgData name="Mamtha Santhosh Nuvesh" userId="4e7e0d919fa93194" providerId="LiveId" clId="{6A2374A3-F1CF-4EE6-861B-6A57B023A41A}" dt="2026-07-16T16:39:45.134" v="4331" actId="14100"/>
          <ac:picMkLst>
            <pc:docMk/>
            <pc:sldMk cId="3998442563" sldId="256"/>
            <ac:picMk id="17" creationId="{E38482F6-5543-CE5E-05CE-FDBCD7222F72}"/>
          </ac:picMkLst>
        </pc:picChg>
        <pc:picChg chg="mod">
          <ac:chgData name="Mamtha Santhosh Nuvesh" userId="4e7e0d919fa93194" providerId="LiveId" clId="{6A2374A3-F1CF-4EE6-861B-6A57B023A41A}" dt="2026-07-16T16:40:06.451" v="4334" actId="14100"/>
          <ac:picMkLst>
            <pc:docMk/>
            <pc:sldMk cId="3998442563" sldId="256"/>
            <ac:picMk id="19" creationId="{BE00A190-CA47-129B-A269-7F59EE5DE924}"/>
          </ac:picMkLst>
        </pc:picChg>
        <pc:picChg chg="mod">
          <ac:chgData name="Mamtha Santhosh Nuvesh" userId="4e7e0d919fa93194" providerId="LiveId" clId="{6A2374A3-F1CF-4EE6-861B-6A57B023A41A}" dt="2026-07-16T16:40:20.951" v="4336" actId="14100"/>
          <ac:picMkLst>
            <pc:docMk/>
            <pc:sldMk cId="3998442563" sldId="256"/>
            <ac:picMk id="21" creationId="{644C322C-5081-4C32-DD74-DD8273508A5B}"/>
          </ac:picMkLst>
        </pc:picChg>
      </pc:sldChg>
      <pc:sldChg chg="addSp delSp modSp mod modTransition">
        <pc:chgData name="Mamtha Santhosh Nuvesh" userId="4e7e0d919fa93194" providerId="LiveId" clId="{6A2374A3-F1CF-4EE6-861B-6A57B023A41A}" dt="2026-07-16T18:51:46.877" v="5356"/>
        <pc:sldMkLst>
          <pc:docMk/>
          <pc:sldMk cId="2724592963" sldId="258"/>
        </pc:sldMkLst>
        <pc:spChg chg="add">
          <ac:chgData name="Mamtha Santhosh Nuvesh" userId="4e7e0d919fa93194" providerId="LiveId" clId="{6A2374A3-F1CF-4EE6-861B-6A57B023A41A}" dt="2026-07-15T14:41:29.141" v="118" actId="22"/>
          <ac:spMkLst>
            <pc:docMk/>
            <pc:sldMk cId="2724592963" sldId="258"/>
            <ac:spMk id="61" creationId="{E4ABC4C6-7B82-57FD-24FD-10F2A948CF7A}"/>
          </ac:spMkLst>
        </pc:spChg>
        <pc:spChg chg="add mod">
          <ac:chgData name="Mamtha Santhosh Nuvesh" userId="4e7e0d919fa93194" providerId="LiveId" clId="{6A2374A3-F1CF-4EE6-861B-6A57B023A41A}" dt="2026-07-15T17:51:36.497" v="4321" actId="207"/>
          <ac:spMkLst>
            <pc:docMk/>
            <pc:sldMk cId="2724592963" sldId="258"/>
            <ac:spMk id="81" creationId="{A4FFD940-3F42-B523-F3E0-9896D793573D}"/>
          </ac:spMkLst>
        </pc:spChg>
        <pc:spChg chg="add mod">
          <ac:chgData name="Mamtha Santhosh Nuvesh" userId="4e7e0d919fa93194" providerId="LiveId" clId="{6A2374A3-F1CF-4EE6-861B-6A57B023A41A}" dt="2026-07-15T17:51:36.497" v="4321" actId="207"/>
          <ac:spMkLst>
            <pc:docMk/>
            <pc:sldMk cId="2724592963" sldId="258"/>
            <ac:spMk id="85" creationId="{A35E1E8D-DFCC-0CBE-D045-84C2F6645208}"/>
          </ac:spMkLst>
        </pc:spChg>
        <pc:spChg chg="add mod">
          <ac:chgData name="Mamtha Santhosh Nuvesh" userId="4e7e0d919fa93194" providerId="LiveId" clId="{6A2374A3-F1CF-4EE6-861B-6A57B023A41A}" dt="2026-07-15T17:51:36.497" v="4321" actId="207"/>
          <ac:spMkLst>
            <pc:docMk/>
            <pc:sldMk cId="2724592963" sldId="258"/>
            <ac:spMk id="89" creationId="{8278BA66-D2F9-7DC4-9B07-984775FB7E46}"/>
          </ac:spMkLst>
        </pc:spChg>
        <pc:spChg chg="add mod">
          <ac:chgData name="Mamtha Santhosh Nuvesh" userId="4e7e0d919fa93194" providerId="LiveId" clId="{6A2374A3-F1CF-4EE6-861B-6A57B023A41A}" dt="2026-07-15T17:51:46.922" v="4322" actId="207"/>
          <ac:spMkLst>
            <pc:docMk/>
            <pc:sldMk cId="2724592963" sldId="258"/>
            <ac:spMk id="93" creationId="{6518F3B6-E6E7-E69B-868F-80AAD89D7C45}"/>
          </ac:spMkLst>
        </pc:spChg>
        <pc:spChg chg="add mod">
          <ac:chgData name="Mamtha Santhosh Nuvesh" userId="4e7e0d919fa93194" providerId="LiveId" clId="{6A2374A3-F1CF-4EE6-861B-6A57B023A41A}" dt="2026-07-15T17:51:46.922" v="4322" actId="207"/>
          <ac:spMkLst>
            <pc:docMk/>
            <pc:sldMk cId="2724592963" sldId="258"/>
            <ac:spMk id="95" creationId="{AE4F8D08-2AEF-A8E3-7E69-5EFBCDD96740}"/>
          </ac:spMkLst>
        </pc:spChg>
        <pc:spChg chg="add mod">
          <ac:chgData name="Mamtha Santhosh Nuvesh" userId="4e7e0d919fa93194" providerId="LiveId" clId="{6A2374A3-F1CF-4EE6-861B-6A57B023A41A}" dt="2026-07-15T17:51:46.922" v="4322" actId="207"/>
          <ac:spMkLst>
            <pc:docMk/>
            <pc:sldMk cId="2724592963" sldId="258"/>
            <ac:spMk id="97" creationId="{E2C5E0AD-9195-168D-BA7B-350A60703998}"/>
          </ac:spMkLst>
        </pc:spChg>
        <pc:spChg chg="add mod">
          <ac:chgData name="Mamtha Santhosh Nuvesh" userId="4e7e0d919fa93194" providerId="LiveId" clId="{6A2374A3-F1CF-4EE6-861B-6A57B023A41A}" dt="2026-07-15T17:52:15.354" v="4323" actId="207"/>
          <ac:spMkLst>
            <pc:docMk/>
            <pc:sldMk cId="2724592963" sldId="258"/>
            <ac:spMk id="99" creationId="{59C60850-3C27-A471-F390-075A1325BD89}"/>
          </ac:spMkLst>
        </pc:spChg>
        <pc:spChg chg="add mod">
          <ac:chgData name="Mamtha Santhosh Nuvesh" userId="4e7e0d919fa93194" providerId="LiveId" clId="{6A2374A3-F1CF-4EE6-861B-6A57B023A41A}" dt="2026-07-15T17:52:15.354" v="4323" actId="207"/>
          <ac:spMkLst>
            <pc:docMk/>
            <pc:sldMk cId="2724592963" sldId="258"/>
            <ac:spMk id="101" creationId="{6ABFA8C9-E54C-C9E5-03CF-C7D88B767033}"/>
          </ac:spMkLst>
        </pc:spChg>
        <pc:spChg chg="add mod">
          <ac:chgData name="Mamtha Santhosh Nuvesh" userId="4e7e0d919fa93194" providerId="LiveId" clId="{6A2374A3-F1CF-4EE6-861B-6A57B023A41A}" dt="2026-07-15T17:52:15.354" v="4323" actId="207"/>
          <ac:spMkLst>
            <pc:docMk/>
            <pc:sldMk cId="2724592963" sldId="258"/>
            <ac:spMk id="103" creationId="{75FEF873-F655-590B-6CB9-75C2D497AB12}"/>
          </ac:spMkLst>
        </pc:spChg>
        <pc:spChg chg="add">
          <ac:chgData name="Mamtha Santhosh Nuvesh" userId="4e7e0d919fa93194" providerId="LiveId" clId="{6A2374A3-F1CF-4EE6-861B-6A57B023A41A}" dt="2026-07-15T16:54:43.192" v="2922" actId="22"/>
          <ac:spMkLst>
            <pc:docMk/>
            <pc:sldMk cId="2724592963" sldId="258"/>
            <ac:spMk id="105" creationId="{C9E101BB-2F09-BA8E-39CD-2978F80CBA4E}"/>
          </ac:spMkLst>
        </pc:spChg>
        <pc:picChg chg="add del">
          <ac:chgData name="Mamtha Santhosh Nuvesh" userId="4e7e0d919fa93194" providerId="LiveId" clId="{6A2374A3-F1CF-4EE6-861B-6A57B023A41A}" dt="2026-07-15T16:13:04.368" v="820" actId="478"/>
          <ac:picMkLst>
            <pc:docMk/>
            <pc:sldMk cId="2724592963" sldId="258"/>
            <ac:picMk id="3" creationId="{71A53369-726B-9624-82A0-9F29F6CF2218}"/>
          </ac:picMkLst>
        </pc:picChg>
        <pc:picChg chg="mod">
          <ac:chgData name="Mamtha Santhosh Nuvesh" userId="4e7e0d919fa93194" providerId="LiveId" clId="{6A2374A3-F1CF-4EE6-861B-6A57B023A41A}" dt="2026-07-15T16:55:56.597" v="2925" actId="14100"/>
          <ac:picMkLst>
            <pc:docMk/>
            <pc:sldMk cId="2724592963" sldId="258"/>
            <ac:picMk id="107" creationId="{A3DEA030-A632-79CA-F561-9905E0DDCD65}"/>
          </ac:picMkLst>
        </pc:picChg>
      </pc:sldChg>
      <pc:sldChg chg="addSp mod modTransition">
        <pc:chgData name="Mamtha Santhosh Nuvesh" userId="4e7e0d919fa93194" providerId="LiveId" clId="{6A2374A3-F1CF-4EE6-861B-6A57B023A41A}" dt="2026-07-16T18:51:46.877" v="5356"/>
        <pc:sldMkLst>
          <pc:docMk/>
          <pc:sldMk cId="3998811702" sldId="259"/>
        </pc:sldMkLst>
        <pc:spChg chg="add">
          <ac:chgData name="Mamtha Santhosh Nuvesh" userId="4e7e0d919fa93194" providerId="LiveId" clId="{6A2374A3-F1CF-4EE6-861B-6A57B023A41A}" dt="2026-07-15T14:41:19.680" v="115" actId="22"/>
          <ac:spMkLst>
            <pc:docMk/>
            <pc:sldMk cId="3998811702" sldId="259"/>
            <ac:spMk id="25" creationId="{89BA074B-3908-B34A-FEAF-D1647D792E4D}"/>
          </ac:spMkLst>
        </pc:spChg>
      </pc:sldChg>
      <pc:sldChg chg="addSp mod modTransition">
        <pc:chgData name="Mamtha Santhosh Nuvesh" userId="4e7e0d919fa93194" providerId="LiveId" clId="{6A2374A3-F1CF-4EE6-861B-6A57B023A41A}" dt="2026-07-16T18:51:46.877" v="5356"/>
        <pc:sldMkLst>
          <pc:docMk/>
          <pc:sldMk cId="257338748" sldId="260"/>
        </pc:sldMkLst>
        <pc:spChg chg="add">
          <ac:chgData name="Mamtha Santhosh Nuvesh" userId="4e7e0d919fa93194" providerId="LiveId" clId="{6A2374A3-F1CF-4EE6-861B-6A57B023A41A}" dt="2026-07-15T14:41:22.846" v="116" actId="22"/>
          <ac:spMkLst>
            <pc:docMk/>
            <pc:sldMk cId="257338748" sldId="260"/>
            <ac:spMk id="12" creationId="{F608BF9D-12DA-300B-FA4C-358C91AE88B0}"/>
          </ac:spMkLst>
        </pc:spChg>
      </pc:sldChg>
      <pc:sldChg chg="addSp delSp modSp mod modTransition">
        <pc:chgData name="Mamtha Santhosh Nuvesh" userId="4e7e0d919fa93194" providerId="LiveId" clId="{6A2374A3-F1CF-4EE6-861B-6A57B023A41A}" dt="2026-07-16T18:51:46.877" v="5356"/>
        <pc:sldMkLst>
          <pc:docMk/>
          <pc:sldMk cId="2534201287" sldId="261"/>
        </pc:sldMkLst>
        <pc:spChg chg="mod">
          <ac:chgData name="Mamtha Santhosh Nuvesh" userId="4e7e0d919fa93194" providerId="LiveId" clId="{6A2374A3-F1CF-4EE6-861B-6A57B023A41A}" dt="2026-07-16T16:56:34.780" v="4491" actId="1076"/>
          <ac:spMkLst>
            <pc:docMk/>
            <pc:sldMk cId="2534201287" sldId="261"/>
            <ac:spMk id="5" creationId="{95E0EE11-D341-8628-320B-235836837608}"/>
          </ac:spMkLst>
        </pc:spChg>
        <pc:spChg chg="mod">
          <ac:chgData name="Mamtha Santhosh Nuvesh" userId="4e7e0d919fa93194" providerId="LiveId" clId="{6A2374A3-F1CF-4EE6-861B-6A57B023A41A}" dt="2026-07-16T16:54:32.090" v="4476" actId="1076"/>
          <ac:spMkLst>
            <pc:docMk/>
            <pc:sldMk cId="2534201287" sldId="261"/>
            <ac:spMk id="8" creationId="{132F7816-7B8E-438A-40CB-958A180BB532}"/>
          </ac:spMkLst>
        </pc:spChg>
        <pc:spChg chg="mod">
          <ac:chgData name="Mamtha Santhosh Nuvesh" userId="4e7e0d919fa93194" providerId="LiveId" clId="{6A2374A3-F1CF-4EE6-861B-6A57B023A41A}" dt="2026-07-16T16:56:23.981" v="4489" actId="1076"/>
          <ac:spMkLst>
            <pc:docMk/>
            <pc:sldMk cId="2534201287" sldId="261"/>
            <ac:spMk id="10" creationId="{9EADA35B-6F93-81EE-DA21-9CA76D1DD836}"/>
          </ac:spMkLst>
        </pc:spChg>
        <pc:spChg chg="add mod">
          <ac:chgData name="Mamtha Santhosh Nuvesh" userId="4e7e0d919fa93194" providerId="LiveId" clId="{6A2374A3-F1CF-4EE6-861B-6A57B023A41A}" dt="2026-07-16T16:57:30.423" v="4497" actId="1076"/>
          <ac:spMkLst>
            <pc:docMk/>
            <pc:sldMk cId="2534201287" sldId="261"/>
            <ac:spMk id="14" creationId="{8676F5FC-E16D-4D29-C34F-F0EC3B6B9544}"/>
          </ac:spMkLst>
        </pc:spChg>
        <pc:spChg chg="mod">
          <ac:chgData name="Mamtha Santhosh Nuvesh" userId="4e7e0d919fa93194" providerId="LiveId" clId="{6A2374A3-F1CF-4EE6-861B-6A57B023A41A}" dt="2026-07-16T16:56:34.780" v="4491" actId="1076"/>
          <ac:spMkLst>
            <pc:docMk/>
            <pc:sldMk cId="2534201287" sldId="261"/>
            <ac:spMk id="17" creationId="{570EDF9F-CE14-4D3E-A639-C51EAB1661E8}"/>
          </ac:spMkLst>
        </pc:spChg>
        <pc:spChg chg="add mod">
          <ac:chgData name="Mamtha Santhosh Nuvesh" userId="4e7e0d919fa93194" providerId="LiveId" clId="{6A2374A3-F1CF-4EE6-861B-6A57B023A41A}" dt="2026-07-16T16:56:50.060" v="4493" actId="1076"/>
          <ac:spMkLst>
            <pc:docMk/>
            <pc:sldMk cId="2534201287" sldId="261"/>
            <ac:spMk id="18" creationId="{F9D9328F-1A6C-88B7-55E4-FA5D11BE561F}"/>
          </ac:spMkLst>
        </pc:spChg>
        <pc:spChg chg="mod">
          <ac:chgData name="Mamtha Santhosh Nuvesh" userId="4e7e0d919fa93194" providerId="LiveId" clId="{6A2374A3-F1CF-4EE6-861B-6A57B023A41A}" dt="2026-07-16T16:54:32.090" v="4476" actId="1076"/>
          <ac:spMkLst>
            <pc:docMk/>
            <pc:sldMk cId="2534201287" sldId="261"/>
            <ac:spMk id="19" creationId="{DA31420D-0FB6-94B5-613A-F5B0E64489AF}"/>
          </ac:spMkLst>
        </pc:spChg>
        <pc:spChg chg="mod">
          <ac:chgData name="Mamtha Santhosh Nuvesh" userId="4e7e0d919fa93194" providerId="LiveId" clId="{6A2374A3-F1CF-4EE6-861B-6A57B023A41A}" dt="2026-07-16T16:54:51.441" v="4477" actId="1076"/>
          <ac:spMkLst>
            <pc:docMk/>
            <pc:sldMk cId="2534201287" sldId="261"/>
            <ac:spMk id="21" creationId="{0F8AC7C2-FBBF-8AC9-2A90-A7BE25F0F8EA}"/>
          </ac:spMkLst>
        </pc:spChg>
        <pc:spChg chg="mod">
          <ac:chgData name="Mamtha Santhosh Nuvesh" userId="4e7e0d919fa93194" providerId="LiveId" clId="{6A2374A3-F1CF-4EE6-861B-6A57B023A41A}" dt="2026-07-16T16:56:50.060" v="4493" actId="1076"/>
          <ac:spMkLst>
            <pc:docMk/>
            <pc:sldMk cId="2534201287" sldId="261"/>
            <ac:spMk id="23" creationId="{6139F3EB-83D3-004F-D584-F945036F3A53}"/>
          </ac:spMkLst>
        </pc:spChg>
        <pc:spChg chg="mod">
          <ac:chgData name="Mamtha Santhosh Nuvesh" userId="4e7e0d919fa93194" providerId="LiveId" clId="{6A2374A3-F1CF-4EE6-861B-6A57B023A41A}" dt="2026-07-16T16:55:39.776" v="4483" actId="1076"/>
          <ac:spMkLst>
            <pc:docMk/>
            <pc:sldMk cId="2534201287" sldId="261"/>
            <ac:spMk id="25" creationId="{8F72FAA2-6B73-6582-889C-AAE32997F5B0}"/>
          </ac:spMkLst>
        </pc:spChg>
        <pc:spChg chg="add mod">
          <ac:chgData name="Mamtha Santhosh Nuvesh" userId="4e7e0d919fa93194" providerId="LiveId" clId="{6A2374A3-F1CF-4EE6-861B-6A57B023A41A}" dt="2026-07-16T16:55:39.776" v="4483" actId="1076"/>
          <ac:spMkLst>
            <pc:docMk/>
            <pc:sldMk cId="2534201287" sldId="261"/>
            <ac:spMk id="26" creationId="{BFCDE9A0-24E0-5141-C726-21FC2775C1D4}"/>
          </ac:spMkLst>
        </pc:spChg>
        <pc:spChg chg="mod">
          <ac:chgData name="Mamtha Santhosh Nuvesh" userId="4e7e0d919fa93194" providerId="LiveId" clId="{6A2374A3-F1CF-4EE6-861B-6A57B023A41A}" dt="2026-07-16T16:55:51.979" v="4487" actId="1036"/>
          <ac:spMkLst>
            <pc:docMk/>
            <pc:sldMk cId="2534201287" sldId="261"/>
            <ac:spMk id="29" creationId="{F9518CA4-810A-4513-8283-8F697EC0EBF5}"/>
          </ac:spMkLst>
        </pc:spChg>
        <pc:spChg chg="add mod">
          <ac:chgData name="Mamtha Santhosh Nuvesh" userId="4e7e0d919fa93194" providerId="LiveId" clId="{6A2374A3-F1CF-4EE6-861B-6A57B023A41A}" dt="2026-07-16T16:57:44.219" v="4500" actId="1076"/>
          <ac:spMkLst>
            <pc:docMk/>
            <pc:sldMk cId="2534201287" sldId="261"/>
            <ac:spMk id="31" creationId="{EEAC5BD2-606A-BC1A-99FD-E8E89D7E7464}"/>
          </ac:spMkLst>
        </pc:spChg>
        <pc:spChg chg="add">
          <ac:chgData name="Mamtha Santhosh Nuvesh" userId="4e7e0d919fa93194" providerId="LiveId" clId="{6A2374A3-F1CF-4EE6-861B-6A57B023A41A}" dt="2026-07-15T14:41:26.301" v="117" actId="22"/>
          <ac:spMkLst>
            <pc:docMk/>
            <pc:sldMk cId="2534201287" sldId="261"/>
            <ac:spMk id="33" creationId="{E07DC48F-8992-2D3E-4A24-2AC12822D4CE}"/>
          </ac:spMkLst>
        </pc:spChg>
        <pc:picChg chg="mod">
          <ac:chgData name="Mamtha Santhosh Nuvesh" userId="4e7e0d919fa93194" providerId="LiveId" clId="{6A2374A3-F1CF-4EE6-861B-6A57B023A41A}" dt="2026-07-16T16:56:03.745" v="4488" actId="14100"/>
          <ac:picMkLst>
            <pc:docMk/>
            <pc:sldMk cId="2534201287" sldId="261"/>
            <ac:picMk id="3" creationId="{1A79EC53-12B2-1445-5A0B-70CCBAAE99D5}"/>
          </ac:picMkLst>
        </pc:picChg>
        <pc:picChg chg="mod">
          <ac:chgData name="Mamtha Santhosh Nuvesh" userId="4e7e0d919fa93194" providerId="LiveId" clId="{6A2374A3-F1CF-4EE6-861B-6A57B023A41A}" dt="2026-07-16T16:56:28.357" v="4490" actId="1076"/>
          <ac:picMkLst>
            <pc:docMk/>
            <pc:sldMk cId="2534201287" sldId="261"/>
            <ac:picMk id="4" creationId="{2B58D986-E69F-CF14-2681-B16CB73A79FE}"/>
          </ac:picMkLst>
        </pc:picChg>
        <pc:picChg chg="mod">
          <ac:chgData name="Mamtha Santhosh Nuvesh" userId="4e7e0d919fa93194" providerId="LiveId" clId="{6A2374A3-F1CF-4EE6-861B-6A57B023A41A}" dt="2026-07-16T16:54:11.682" v="4474" actId="1076"/>
          <ac:picMkLst>
            <pc:docMk/>
            <pc:sldMk cId="2534201287" sldId="261"/>
            <ac:picMk id="6" creationId="{123B5BB1-DF60-9967-0043-FB591050FA01}"/>
          </ac:picMkLst>
        </pc:picChg>
        <pc:picChg chg="mod">
          <ac:chgData name="Mamtha Santhosh Nuvesh" userId="4e7e0d919fa93194" providerId="LiveId" clId="{6A2374A3-F1CF-4EE6-861B-6A57B023A41A}" dt="2026-07-16T16:54:07.279" v="4473" actId="1076"/>
          <ac:picMkLst>
            <pc:docMk/>
            <pc:sldMk cId="2534201287" sldId="261"/>
            <ac:picMk id="11" creationId="{8012C7CA-9AA6-BED7-438C-B089DC8A5943}"/>
          </ac:picMkLst>
        </pc:picChg>
        <pc:picChg chg="mod">
          <ac:chgData name="Mamtha Santhosh Nuvesh" userId="4e7e0d919fa93194" providerId="LiveId" clId="{6A2374A3-F1CF-4EE6-861B-6A57B023A41A}" dt="2026-07-16T16:56:37.949" v="4492" actId="1076"/>
          <ac:picMkLst>
            <pc:docMk/>
            <pc:sldMk cId="2534201287" sldId="261"/>
            <ac:picMk id="13" creationId="{360353F3-06F1-A73D-27F3-0C2A6EE3D9A6}"/>
          </ac:picMkLst>
        </pc:picChg>
        <pc:picChg chg="mod">
          <ac:chgData name="Mamtha Santhosh Nuvesh" userId="4e7e0d919fa93194" providerId="LiveId" clId="{6A2374A3-F1CF-4EE6-861B-6A57B023A41A}" dt="2026-07-16T16:55:04.883" v="4479" actId="1076"/>
          <ac:picMkLst>
            <pc:docMk/>
            <pc:sldMk cId="2534201287" sldId="261"/>
            <ac:picMk id="15" creationId="{A045C86A-C796-0C9A-6C80-7BFF3EAA4B43}"/>
          </ac:picMkLst>
        </pc:picChg>
        <pc:picChg chg="mod">
          <ac:chgData name="Mamtha Santhosh Nuvesh" userId="4e7e0d919fa93194" providerId="LiveId" clId="{6A2374A3-F1CF-4EE6-861B-6A57B023A41A}" dt="2026-07-16T16:55:10.332" v="4480" actId="1076"/>
          <ac:picMkLst>
            <pc:docMk/>
            <pc:sldMk cId="2534201287" sldId="261"/>
            <ac:picMk id="27" creationId="{C667139F-3670-60C8-7EE9-7114BE20736F}"/>
          </ac:picMkLst>
        </pc:picChg>
      </pc:sldChg>
      <pc:sldChg chg="addSp delSp modSp new mod modTransition">
        <pc:chgData name="Mamtha Santhosh Nuvesh" userId="4e7e0d919fa93194" providerId="LiveId" clId="{6A2374A3-F1CF-4EE6-861B-6A57B023A41A}" dt="2026-07-18T17:05:23.450" v="5947" actId="478"/>
        <pc:sldMkLst>
          <pc:docMk/>
          <pc:sldMk cId="3406869636" sldId="262"/>
        </pc:sldMkLst>
        <pc:spChg chg="add mod">
          <ac:chgData name="Mamtha Santhosh Nuvesh" userId="4e7e0d919fa93194" providerId="LiveId" clId="{6A2374A3-F1CF-4EE6-861B-6A57B023A41A}" dt="2026-07-15T14:39:55.995" v="106" actId="14100"/>
          <ac:spMkLst>
            <pc:docMk/>
            <pc:sldMk cId="3406869636" sldId="262"/>
            <ac:spMk id="5" creationId="{6D3D15DB-1525-B0FA-4170-C3D5AAA08265}"/>
          </ac:spMkLst>
        </pc:spChg>
        <pc:spChg chg="add mod">
          <ac:chgData name="Mamtha Santhosh Nuvesh" userId="4e7e0d919fa93194" providerId="LiveId" clId="{6A2374A3-F1CF-4EE6-861B-6A57B023A41A}" dt="2026-07-15T14:41:14.556" v="114" actId="1076"/>
          <ac:spMkLst>
            <pc:docMk/>
            <pc:sldMk cId="3406869636" sldId="262"/>
            <ac:spMk id="17" creationId="{A8B8DC54-DA32-3878-7235-D894DBE95203}"/>
          </ac:spMkLst>
        </pc:spChg>
        <pc:picChg chg="add mod">
          <ac:chgData name="Mamtha Santhosh Nuvesh" userId="4e7e0d919fa93194" providerId="LiveId" clId="{6A2374A3-F1CF-4EE6-861B-6A57B023A41A}" dt="2026-07-15T15:32:08.620" v="648" actId="14100"/>
          <ac:picMkLst>
            <pc:docMk/>
            <pc:sldMk cId="3406869636" sldId="262"/>
            <ac:picMk id="3" creationId="{106441D0-E0B4-31AE-5AAC-4E4CD6A60D6F}"/>
          </ac:picMkLst>
        </pc:picChg>
        <pc:picChg chg="add del mod">
          <ac:chgData name="Mamtha Santhosh Nuvesh" userId="4e7e0d919fa93194" providerId="LiveId" clId="{6A2374A3-F1CF-4EE6-861B-6A57B023A41A}" dt="2026-07-18T17:05:23.450" v="5947" actId="478"/>
          <ac:picMkLst>
            <pc:docMk/>
            <pc:sldMk cId="3406869636" sldId="262"/>
            <ac:picMk id="4" creationId="{65B88DDA-D76B-BCFB-34E5-22C6F93AAAAD}"/>
          </ac:picMkLst>
        </pc:picChg>
        <pc:picChg chg="add mod">
          <ac:chgData name="Mamtha Santhosh Nuvesh" userId="4e7e0d919fa93194" providerId="LiveId" clId="{6A2374A3-F1CF-4EE6-861B-6A57B023A41A}" dt="2026-07-16T18:47:13.627" v="5280" actId="1036"/>
          <ac:picMkLst>
            <pc:docMk/>
            <pc:sldMk cId="3406869636" sldId="262"/>
            <ac:picMk id="7" creationId="{0C7BF528-7E0B-F81E-90F4-0B2D986FB774}"/>
          </ac:picMkLst>
        </pc:picChg>
        <pc:picChg chg="add mod">
          <ac:chgData name="Mamtha Santhosh Nuvesh" userId="4e7e0d919fa93194" providerId="LiveId" clId="{6A2374A3-F1CF-4EE6-861B-6A57B023A41A}" dt="2026-07-16T18:47:08.039" v="5263" actId="14100"/>
          <ac:picMkLst>
            <pc:docMk/>
            <pc:sldMk cId="3406869636" sldId="262"/>
            <ac:picMk id="9" creationId="{E4D03A87-141B-D6A7-EBF4-70B0DEAFCF9A}"/>
          </ac:picMkLst>
        </pc:picChg>
        <pc:picChg chg="add mod">
          <ac:chgData name="Mamtha Santhosh Nuvesh" userId="4e7e0d919fa93194" providerId="LiveId" clId="{6A2374A3-F1CF-4EE6-861B-6A57B023A41A}" dt="2026-07-16T18:47:36.936" v="5312" actId="1076"/>
          <ac:picMkLst>
            <pc:docMk/>
            <pc:sldMk cId="3406869636" sldId="262"/>
            <ac:picMk id="11" creationId="{DED68636-21AE-036C-E90B-9D778E6AEC8C}"/>
          </ac:picMkLst>
        </pc:picChg>
        <pc:picChg chg="add mod">
          <ac:chgData name="Mamtha Santhosh Nuvesh" userId="4e7e0d919fa93194" providerId="LiveId" clId="{6A2374A3-F1CF-4EE6-861B-6A57B023A41A}" dt="2026-07-16T18:47:45.218" v="5313" actId="14100"/>
          <ac:picMkLst>
            <pc:docMk/>
            <pc:sldMk cId="3406869636" sldId="262"/>
            <ac:picMk id="13" creationId="{1A54F500-C931-037D-61AC-6B7EC2088D59}"/>
          </ac:picMkLst>
        </pc:picChg>
        <pc:picChg chg="add mod">
          <ac:chgData name="Mamtha Santhosh Nuvesh" userId="4e7e0d919fa93194" providerId="LiveId" clId="{6A2374A3-F1CF-4EE6-861B-6A57B023A41A}" dt="2026-07-16T18:47:51.449" v="5325" actId="1037"/>
          <ac:picMkLst>
            <pc:docMk/>
            <pc:sldMk cId="3406869636" sldId="262"/>
            <ac:picMk id="15" creationId="{852747E5-F7C1-6E33-6198-7E7239CC4288}"/>
          </ac:picMkLst>
        </pc:picChg>
      </pc:sldChg>
      <pc:sldChg chg="addSp delSp modSp new mod ord modTransition">
        <pc:chgData name="Mamtha Santhosh Nuvesh" userId="4e7e0d919fa93194" providerId="LiveId" clId="{6A2374A3-F1CF-4EE6-861B-6A57B023A41A}" dt="2026-07-16T18:51:46.877" v="5356"/>
        <pc:sldMkLst>
          <pc:docMk/>
          <pc:sldMk cId="135485461" sldId="264"/>
        </pc:sldMkLst>
        <pc:spChg chg="add">
          <ac:chgData name="Mamtha Santhosh Nuvesh" userId="4e7e0d919fa93194" providerId="LiveId" clId="{6A2374A3-F1CF-4EE6-861B-6A57B023A41A}" dt="2026-07-16T18:48:48.129" v="5337" actId="22"/>
          <ac:spMkLst>
            <pc:docMk/>
            <pc:sldMk cId="135485461" sldId="264"/>
            <ac:spMk id="4" creationId="{4C03ED02-43C9-BEEA-4985-D9405974E161}"/>
          </ac:spMkLst>
        </pc:spChg>
        <pc:spChg chg="add mod">
          <ac:chgData name="Mamtha Santhosh Nuvesh" userId="4e7e0d919fa93194" providerId="LiveId" clId="{6A2374A3-F1CF-4EE6-861B-6A57B023A41A}" dt="2026-07-15T17:00:26.046" v="3194" actId="1035"/>
          <ac:spMkLst>
            <pc:docMk/>
            <pc:sldMk cId="135485461" sldId="264"/>
            <ac:spMk id="38" creationId="{3070D472-3AE5-76DD-6AB7-2B94F01D416F}"/>
          </ac:spMkLst>
        </pc:spChg>
        <pc:spChg chg="add mod">
          <ac:chgData name="Mamtha Santhosh Nuvesh" userId="4e7e0d919fa93194" providerId="LiveId" clId="{6A2374A3-F1CF-4EE6-861B-6A57B023A41A}" dt="2026-07-15T17:00:31.952" v="3208" actId="1035"/>
          <ac:spMkLst>
            <pc:docMk/>
            <pc:sldMk cId="135485461" sldId="264"/>
            <ac:spMk id="40" creationId="{628DB68A-1D4C-F3F5-DB57-5607AD504683}"/>
          </ac:spMkLst>
        </pc:spChg>
        <pc:picChg chg="add mod">
          <ac:chgData name="Mamtha Santhosh Nuvesh" userId="4e7e0d919fa93194" providerId="LiveId" clId="{6A2374A3-F1CF-4EE6-861B-6A57B023A41A}" dt="2026-07-15T16:59:17.405" v="2973" actId="1076"/>
          <ac:picMkLst>
            <pc:docMk/>
            <pc:sldMk cId="135485461" sldId="264"/>
            <ac:picMk id="3" creationId="{EC8A6FDC-2C39-B011-F7D1-5508FDAF2864}"/>
          </ac:picMkLst>
        </pc:picChg>
      </pc:sldChg>
      <pc:sldChg chg="addSp delSp modSp add mod modTransition">
        <pc:chgData name="Mamtha Santhosh Nuvesh" userId="4e7e0d919fa93194" providerId="LiveId" clId="{6A2374A3-F1CF-4EE6-861B-6A57B023A41A}" dt="2026-07-17T09:33:59.432" v="5857" actId="14100"/>
        <pc:sldMkLst>
          <pc:docMk/>
          <pc:sldMk cId="1033492539" sldId="265"/>
        </pc:sldMkLst>
        <pc:spChg chg="add mod">
          <ac:chgData name="Mamtha Santhosh Nuvesh" userId="4e7e0d919fa93194" providerId="LiveId" clId="{6A2374A3-F1CF-4EE6-861B-6A57B023A41A}" dt="2026-07-17T09:33:59.432" v="5857" actId="14100"/>
          <ac:spMkLst>
            <pc:docMk/>
            <pc:sldMk cId="1033492539" sldId="265"/>
            <ac:spMk id="4" creationId="{469684F9-6D66-6330-E1F8-460803E4173B}"/>
          </ac:spMkLst>
        </pc:spChg>
        <pc:spChg chg="add">
          <ac:chgData name="Mamtha Santhosh Nuvesh" userId="4e7e0d919fa93194" providerId="LiveId" clId="{6A2374A3-F1CF-4EE6-861B-6A57B023A41A}" dt="2026-07-15T16:13:23.807" v="824" actId="22"/>
          <ac:spMkLst>
            <pc:docMk/>
            <pc:sldMk cId="1033492539" sldId="265"/>
            <ac:spMk id="31" creationId="{C5A177F1-A314-8520-B0CF-7C4831D56CB5}"/>
          </ac:spMkLst>
        </pc:spChg>
        <pc:spChg chg="add mod">
          <ac:chgData name="Mamtha Santhosh Nuvesh" userId="4e7e0d919fa93194" providerId="LiveId" clId="{6A2374A3-F1CF-4EE6-861B-6A57B023A41A}" dt="2026-07-15T16:48:42.960" v="2819" actId="1037"/>
          <ac:spMkLst>
            <pc:docMk/>
            <pc:sldMk cId="1033492539" sldId="265"/>
            <ac:spMk id="64" creationId="{BA330FD6-D321-74C5-DF21-26B2FE75BF7E}"/>
          </ac:spMkLst>
        </pc:spChg>
        <pc:spChg chg="add mod">
          <ac:chgData name="Mamtha Santhosh Nuvesh" userId="4e7e0d919fa93194" providerId="LiveId" clId="{6A2374A3-F1CF-4EE6-861B-6A57B023A41A}" dt="2026-07-15T16:44:38.480" v="2230" actId="1037"/>
          <ac:spMkLst>
            <pc:docMk/>
            <pc:sldMk cId="1033492539" sldId="265"/>
            <ac:spMk id="66" creationId="{2DBAA8B9-E8BA-386D-BCD7-7015D49D9CB8}"/>
          </ac:spMkLst>
        </pc:spChg>
        <pc:spChg chg="add mod">
          <ac:chgData name="Mamtha Santhosh Nuvesh" userId="4e7e0d919fa93194" providerId="LiveId" clId="{6A2374A3-F1CF-4EE6-861B-6A57B023A41A}" dt="2026-07-15T16:44:48.605" v="2264" actId="1037"/>
          <ac:spMkLst>
            <pc:docMk/>
            <pc:sldMk cId="1033492539" sldId="265"/>
            <ac:spMk id="68" creationId="{22004567-CCEC-4433-AF62-57FC5972AE52}"/>
          </ac:spMkLst>
        </pc:spChg>
        <pc:spChg chg="add mod">
          <ac:chgData name="Mamtha Santhosh Nuvesh" userId="4e7e0d919fa93194" providerId="LiveId" clId="{6A2374A3-F1CF-4EE6-861B-6A57B023A41A}" dt="2026-07-15T16:45:41.750" v="2350" actId="1035"/>
          <ac:spMkLst>
            <pc:docMk/>
            <pc:sldMk cId="1033492539" sldId="265"/>
            <ac:spMk id="70" creationId="{300958AC-F8BD-C09D-A405-BC6ED4C4A511}"/>
          </ac:spMkLst>
        </pc:spChg>
        <pc:spChg chg="add mod">
          <ac:chgData name="Mamtha Santhosh Nuvesh" userId="4e7e0d919fa93194" providerId="LiveId" clId="{6A2374A3-F1CF-4EE6-861B-6A57B023A41A}" dt="2026-07-15T16:45:25.612" v="2334" actId="1037"/>
          <ac:spMkLst>
            <pc:docMk/>
            <pc:sldMk cId="1033492539" sldId="265"/>
            <ac:spMk id="72" creationId="{318A0348-A6AB-1589-8967-E504FB3AA18B}"/>
          </ac:spMkLst>
        </pc:spChg>
        <pc:spChg chg="add mod">
          <ac:chgData name="Mamtha Santhosh Nuvesh" userId="4e7e0d919fa93194" providerId="LiveId" clId="{6A2374A3-F1CF-4EE6-861B-6A57B023A41A}" dt="2026-07-15T16:49:02.474" v="2821" actId="1076"/>
          <ac:spMkLst>
            <pc:docMk/>
            <pc:sldMk cId="1033492539" sldId="265"/>
            <ac:spMk id="74" creationId="{20C7C298-D677-B301-9331-843E9FCC14CC}"/>
          </ac:spMkLst>
        </pc:spChg>
        <pc:spChg chg="add mod">
          <ac:chgData name="Mamtha Santhosh Nuvesh" userId="4e7e0d919fa93194" providerId="LiveId" clId="{6A2374A3-F1CF-4EE6-861B-6A57B023A41A}" dt="2026-07-15T16:49:25.638" v="2839" actId="1036"/>
          <ac:spMkLst>
            <pc:docMk/>
            <pc:sldMk cId="1033492539" sldId="265"/>
            <ac:spMk id="76" creationId="{128CDA26-D88B-3B51-A58D-F2C3B27C48A9}"/>
          </ac:spMkLst>
        </pc:spChg>
        <pc:spChg chg="add mod">
          <ac:chgData name="Mamtha Santhosh Nuvesh" userId="4e7e0d919fa93194" providerId="LiveId" clId="{6A2374A3-F1CF-4EE6-861B-6A57B023A41A}" dt="2026-07-15T16:46:12.249" v="2417" actId="1036"/>
          <ac:spMkLst>
            <pc:docMk/>
            <pc:sldMk cId="1033492539" sldId="265"/>
            <ac:spMk id="78" creationId="{598D7B7C-E2B3-012C-BC84-DBCEFDE2A0EE}"/>
          </ac:spMkLst>
        </pc:spChg>
        <pc:spChg chg="add mod">
          <ac:chgData name="Mamtha Santhosh Nuvesh" userId="4e7e0d919fa93194" providerId="LiveId" clId="{6A2374A3-F1CF-4EE6-861B-6A57B023A41A}" dt="2026-07-15T16:48:50.862" v="2820" actId="1076"/>
          <ac:spMkLst>
            <pc:docMk/>
            <pc:sldMk cId="1033492539" sldId="265"/>
            <ac:spMk id="80" creationId="{F25C6BF3-016C-8CB8-E327-0F0853DC18E4}"/>
          </ac:spMkLst>
        </pc:spChg>
        <pc:spChg chg="add mod">
          <ac:chgData name="Mamtha Santhosh Nuvesh" userId="4e7e0d919fa93194" providerId="LiveId" clId="{6A2374A3-F1CF-4EE6-861B-6A57B023A41A}" dt="2026-07-15T16:45:18.791" v="2324" actId="1037"/>
          <ac:spMkLst>
            <pc:docMk/>
            <pc:sldMk cId="1033492539" sldId="265"/>
            <ac:spMk id="82" creationId="{9BDF3196-910D-10CF-9515-6B8B95CD225B}"/>
          </ac:spMkLst>
        </pc:spChg>
        <pc:spChg chg="add del mod">
          <ac:chgData name="Mamtha Santhosh Nuvesh" userId="4e7e0d919fa93194" providerId="LiveId" clId="{6A2374A3-F1CF-4EE6-861B-6A57B023A41A}" dt="2026-07-15T16:45:31.494" v="2348" actId="1037"/>
          <ac:spMkLst>
            <pc:docMk/>
            <pc:sldMk cId="1033492539" sldId="265"/>
            <ac:spMk id="84" creationId="{CD8AFA15-4558-B2CF-A149-D4BB920B50A3}"/>
          </ac:spMkLst>
        </pc:spChg>
        <pc:spChg chg="add mod">
          <ac:chgData name="Mamtha Santhosh Nuvesh" userId="4e7e0d919fa93194" providerId="LiveId" clId="{6A2374A3-F1CF-4EE6-861B-6A57B023A41A}" dt="2026-07-15T16:49:10.065" v="2832" actId="1037"/>
          <ac:spMkLst>
            <pc:docMk/>
            <pc:sldMk cId="1033492539" sldId="265"/>
            <ac:spMk id="86" creationId="{2950E75C-5A4E-3982-FABE-0E8F831385A4}"/>
          </ac:spMkLst>
        </pc:spChg>
        <pc:spChg chg="add mod">
          <ac:chgData name="Mamtha Santhosh Nuvesh" userId="4e7e0d919fa93194" providerId="LiveId" clId="{6A2374A3-F1CF-4EE6-861B-6A57B023A41A}" dt="2026-07-15T16:49:22.547" v="2836" actId="1036"/>
          <ac:spMkLst>
            <pc:docMk/>
            <pc:sldMk cId="1033492539" sldId="265"/>
            <ac:spMk id="88" creationId="{52595257-BF08-4079-AFAF-8E4FC542F3F4}"/>
          </ac:spMkLst>
        </pc:spChg>
        <pc:spChg chg="add mod">
          <ac:chgData name="Mamtha Santhosh Nuvesh" userId="4e7e0d919fa93194" providerId="LiveId" clId="{6A2374A3-F1CF-4EE6-861B-6A57B023A41A}" dt="2026-07-15T16:46:19.792" v="2436" actId="1036"/>
          <ac:spMkLst>
            <pc:docMk/>
            <pc:sldMk cId="1033492539" sldId="265"/>
            <ac:spMk id="90" creationId="{1C26DE5D-30C5-7B98-473A-5424FAA85134}"/>
          </ac:spMkLst>
        </pc:spChg>
        <pc:picChg chg="add del mod">
          <ac:chgData name="Mamtha Santhosh Nuvesh" userId="4e7e0d919fa93194" providerId="LiveId" clId="{6A2374A3-F1CF-4EE6-861B-6A57B023A41A}" dt="2026-07-15T16:39:34.216" v="1636" actId="1076"/>
          <ac:picMkLst>
            <pc:docMk/>
            <pc:sldMk cId="1033492539" sldId="265"/>
            <ac:picMk id="3" creationId="{0064E797-B2E3-12C0-69C1-DC31BBBCABDB}"/>
          </ac:picMkLst>
        </pc:picChg>
        <pc:picChg chg="add mod">
          <ac:chgData name="Mamtha Santhosh Nuvesh" userId="4e7e0d919fa93194" providerId="LiveId" clId="{6A2374A3-F1CF-4EE6-861B-6A57B023A41A}" dt="2026-07-15T16:33:51.655" v="1313"/>
          <ac:picMkLst>
            <pc:docMk/>
            <pc:sldMk cId="1033492539" sldId="265"/>
            <ac:picMk id="5" creationId="{B25A11F6-534B-51BD-C40C-2F42E33B8FC7}"/>
          </ac:picMkLst>
        </pc:picChg>
        <pc:picChg chg="add mod">
          <ac:chgData name="Mamtha Santhosh Nuvesh" userId="4e7e0d919fa93194" providerId="LiveId" clId="{6A2374A3-F1CF-4EE6-861B-6A57B023A41A}" dt="2026-07-15T16:34:02.406" v="1314"/>
          <ac:picMkLst>
            <pc:docMk/>
            <pc:sldMk cId="1033492539" sldId="265"/>
            <ac:picMk id="12" creationId="{5A55B36C-8FD2-1718-117F-B2C1019F07D1}"/>
          </ac:picMkLst>
        </pc:picChg>
        <pc:picChg chg="add mod">
          <ac:chgData name="Mamtha Santhosh Nuvesh" userId="4e7e0d919fa93194" providerId="LiveId" clId="{6A2374A3-F1CF-4EE6-861B-6A57B023A41A}" dt="2026-07-15T16:34:19.232" v="1317"/>
          <ac:picMkLst>
            <pc:docMk/>
            <pc:sldMk cId="1033492539" sldId="265"/>
            <ac:picMk id="20" creationId="{BB24CDC8-D00B-2A2E-9FEE-E5509AB0A20C}"/>
          </ac:picMkLst>
        </pc:picChg>
        <pc:picChg chg="add mod">
          <ac:chgData name="Mamtha Santhosh Nuvesh" userId="4e7e0d919fa93194" providerId="LiveId" clId="{6A2374A3-F1CF-4EE6-861B-6A57B023A41A}" dt="2026-07-15T16:34:27.593" v="1318"/>
          <ac:picMkLst>
            <pc:docMk/>
            <pc:sldMk cId="1033492539" sldId="265"/>
            <ac:picMk id="24" creationId="{89B3E670-2305-C823-F5FC-B4775F644C55}"/>
          </ac:picMkLst>
        </pc:picChg>
        <pc:picChg chg="add mod">
          <ac:chgData name="Mamtha Santhosh Nuvesh" userId="4e7e0d919fa93194" providerId="LiveId" clId="{6A2374A3-F1CF-4EE6-861B-6A57B023A41A}" dt="2026-07-15T16:34:12.160" v="1316"/>
          <ac:picMkLst>
            <pc:docMk/>
            <pc:sldMk cId="1033492539" sldId="265"/>
            <ac:picMk id="56" creationId="{3291937D-242A-8E46-F2BD-1A201967EB31}"/>
          </ac:picMkLst>
        </pc:picChg>
        <pc:picChg chg="add mod">
          <ac:chgData name="Mamtha Santhosh Nuvesh" userId="4e7e0d919fa93194" providerId="LiveId" clId="{6A2374A3-F1CF-4EE6-861B-6A57B023A41A}" dt="2026-07-15T16:33:39.107" v="1311"/>
          <ac:picMkLst>
            <pc:docMk/>
            <pc:sldMk cId="1033492539" sldId="265"/>
            <ac:picMk id="60" creationId="{FF878F88-7AFA-0BBD-543E-6CE0BCB77C43}"/>
          </ac:picMkLst>
        </pc:picChg>
        <pc:picChg chg="add mod">
          <ac:chgData name="Mamtha Santhosh Nuvesh" userId="4e7e0d919fa93194" providerId="LiveId" clId="{6A2374A3-F1CF-4EE6-861B-6A57B023A41A}" dt="2026-07-15T16:34:32.140" v="1319"/>
          <ac:picMkLst>
            <pc:docMk/>
            <pc:sldMk cId="1033492539" sldId="265"/>
            <ac:picMk id="62" creationId="{1F8977CE-39C8-CB2E-434C-5173EC0E5F15}"/>
          </ac:picMkLst>
        </pc:picChg>
        <pc:cxnChg chg="add mod">
          <ac:chgData name="Mamtha Santhosh Nuvesh" userId="4e7e0d919fa93194" providerId="LiveId" clId="{6A2374A3-F1CF-4EE6-861B-6A57B023A41A}" dt="2026-07-15T16:47:13.951" v="2439" actId="1582"/>
          <ac:cxnSpMkLst>
            <pc:docMk/>
            <pc:sldMk cId="1033492539" sldId="265"/>
            <ac:cxnSpMk id="92" creationId="{139F75D7-8CD9-1CB7-82D8-7DC7C78B8A9C}"/>
          </ac:cxnSpMkLst>
        </pc:cxnChg>
        <pc:cxnChg chg="add mod">
          <ac:chgData name="Mamtha Santhosh Nuvesh" userId="4e7e0d919fa93194" providerId="LiveId" clId="{6A2374A3-F1CF-4EE6-861B-6A57B023A41A}" dt="2026-07-15T16:47:24.765" v="2483" actId="1038"/>
          <ac:cxnSpMkLst>
            <pc:docMk/>
            <pc:sldMk cId="1033492539" sldId="265"/>
            <ac:cxnSpMk id="93" creationId="{5B2DE9D1-8C86-7E33-2ADD-116A397B20AA}"/>
          </ac:cxnSpMkLst>
        </pc:cxnChg>
        <pc:cxnChg chg="add mod">
          <ac:chgData name="Mamtha Santhosh Nuvesh" userId="4e7e0d919fa93194" providerId="LiveId" clId="{6A2374A3-F1CF-4EE6-861B-6A57B023A41A}" dt="2026-07-15T16:47:38.911" v="2532" actId="1036"/>
          <ac:cxnSpMkLst>
            <pc:docMk/>
            <pc:sldMk cId="1033492539" sldId="265"/>
            <ac:cxnSpMk id="94" creationId="{9CE8AF67-68DA-7EA8-BDCF-34B70A0E9EDD}"/>
          </ac:cxnSpMkLst>
        </pc:cxnChg>
        <pc:cxnChg chg="add mod">
          <ac:chgData name="Mamtha Santhosh Nuvesh" userId="4e7e0d919fa93194" providerId="LiveId" clId="{6A2374A3-F1CF-4EE6-861B-6A57B023A41A}" dt="2026-07-15T16:47:51.549" v="2603" actId="1038"/>
          <ac:cxnSpMkLst>
            <pc:docMk/>
            <pc:sldMk cId="1033492539" sldId="265"/>
            <ac:cxnSpMk id="95" creationId="{5C54B9D8-0F0D-2EF7-F9C5-D6D8B9A58ECE}"/>
          </ac:cxnSpMkLst>
        </pc:cxnChg>
        <pc:cxnChg chg="add mod">
          <ac:chgData name="Mamtha Santhosh Nuvesh" userId="4e7e0d919fa93194" providerId="LiveId" clId="{6A2374A3-F1CF-4EE6-861B-6A57B023A41A}" dt="2026-07-15T16:48:05.468" v="2665" actId="1036"/>
          <ac:cxnSpMkLst>
            <pc:docMk/>
            <pc:sldMk cId="1033492539" sldId="265"/>
            <ac:cxnSpMk id="96" creationId="{BF2607D0-7496-A578-1DAE-B9988E4F305E}"/>
          </ac:cxnSpMkLst>
        </pc:cxnChg>
        <pc:cxnChg chg="add mod">
          <ac:chgData name="Mamtha Santhosh Nuvesh" userId="4e7e0d919fa93194" providerId="LiveId" clId="{6A2374A3-F1CF-4EE6-861B-6A57B023A41A}" dt="2026-07-15T16:48:33.816" v="2812" actId="1037"/>
          <ac:cxnSpMkLst>
            <pc:docMk/>
            <pc:sldMk cId="1033492539" sldId="265"/>
            <ac:cxnSpMk id="97" creationId="{53E3A14C-DADD-0C02-CB2C-A4B403C49E16}"/>
          </ac:cxnSpMkLst>
        </pc:cxnChg>
        <pc:cxnChg chg="add mod">
          <ac:chgData name="Mamtha Santhosh Nuvesh" userId="4e7e0d919fa93194" providerId="LiveId" clId="{6A2374A3-F1CF-4EE6-861B-6A57B023A41A}" dt="2026-07-15T16:48:30.757" v="2811" actId="1037"/>
          <ac:cxnSpMkLst>
            <pc:docMk/>
            <pc:sldMk cId="1033492539" sldId="265"/>
            <ac:cxnSpMk id="98" creationId="{9CBB2973-73B3-547E-60F0-074AAABBF0DE}"/>
          </ac:cxnSpMkLst>
        </pc:cxnChg>
      </pc:sldChg>
      <pc:sldChg chg="addSp delSp modSp add mod modTransition">
        <pc:chgData name="Mamtha Santhosh Nuvesh" userId="4e7e0d919fa93194" providerId="LiveId" clId="{6A2374A3-F1CF-4EE6-861B-6A57B023A41A}" dt="2026-07-18T17:21:38.616" v="5981" actId="1076"/>
        <pc:sldMkLst>
          <pc:docMk/>
          <pc:sldMk cId="335796065" sldId="266"/>
        </pc:sldMkLst>
        <pc:spChg chg="add mod">
          <ac:chgData name="Mamtha Santhosh Nuvesh" userId="4e7e0d919fa93194" providerId="LiveId" clId="{6A2374A3-F1CF-4EE6-861B-6A57B023A41A}" dt="2026-07-16T17:36:19.905" v="4851" actId="1038"/>
          <ac:spMkLst>
            <pc:docMk/>
            <pc:sldMk cId="335796065" sldId="266"/>
            <ac:spMk id="5" creationId="{B32DB80D-2E6B-3790-0F37-E092C95ED2E4}"/>
          </ac:spMkLst>
        </pc:spChg>
        <pc:spChg chg="add">
          <ac:chgData name="Mamtha Santhosh Nuvesh" userId="4e7e0d919fa93194" providerId="LiveId" clId="{6A2374A3-F1CF-4EE6-861B-6A57B023A41A}" dt="2026-07-16T18:48:42.814" v="5336" actId="22"/>
          <ac:spMkLst>
            <pc:docMk/>
            <pc:sldMk cId="335796065" sldId="266"/>
            <ac:spMk id="7" creationId="{AFE0028A-DB2F-4D75-2247-CC55DCFAEE9C}"/>
          </ac:spMkLst>
        </pc:spChg>
        <pc:spChg chg="add mod">
          <ac:chgData name="Mamtha Santhosh Nuvesh" userId="4e7e0d919fa93194" providerId="LiveId" clId="{6A2374A3-F1CF-4EE6-861B-6A57B023A41A}" dt="2026-07-15T17:49:01.094" v="4317" actId="207"/>
          <ac:spMkLst>
            <pc:docMk/>
            <pc:sldMk cId="335796065" sldId="266"/>
            <ac:spMk id="19" creationId="{04665ADE-2C1D-270D-0917-6FDEB0ABC3B4}"/>
          </ac:spMkLst>
        </pc:spChg>
        <pc:spChg chg="add mod">
          <ac:chgData name="Mamtha Santhosh Nuvesh" userId="4e7e0d919fa93194" providerId="LiveId" clId="{6A2374A3-F1CF-4EE6-861B-6A57B023A41A}" dt="2026-07-15T17:49:01.094" v="4317" actId="207"/>
          <ac:spMkLst>
            <pc:docMk/>
            <pc:sldMk cId="335796065" sldId="266"/>
            <ac:spMk id="23" creationId="{A054CC37-451D-F0AC-E5F2-CAE3762CE928}"/>
          </ac:spMkLst>
        </pc:spChg>
        <pc:spChg chg="add mod">
          <ac:chgData name="Mamtha Santhosh Nuvesh" userId="4e7e0d919fa93194" providerId="LiveId" clId="{6A2374A3-F1CF-4EE6-861B-6A57B023A41A}" dt="2026-07-15T17:49:01.094" v="4317" actId="207"/>
          <ac:spMkLst>
            <pc:docMk/>
            <pc:sldMk cId="335796065" sldId="266"/>
            <ac:spMk id="27" creationId="{4A687F21-018C-6328-B89E-A2D2438007CE}"/>
          </ac:spMkLst>
        </pc:spChg>
        <pc:spChg chg="add mod">
          <ac:chgData name="Mamtha Santhosh Nuvesh" userId="4e7e0d919fa93194" providerId="LiveId" clId="{6A2374A3-F1CF-4EE6-861B-6A57B023A41A}" dt="2026-07-15T17:49:01.094" v="4317" actId="207"/>
          <ac:spMkLst>
            <pc:docMk/>
            <pc:sldMk cId="335796065" sldId="266"/>
            <ac:spMk id="31" creationId="{F3AFE263-E872-5DD8-6636-F5403FEA6302}"/>
          </ac:spMkLst>
        </pc:spChg>
        <pc:spChg chg="add mod">
          <ac:chgData name="Mamtha Santhosh Nuvesh" userId="4e7e0d919fa93194" providerId="LiveId" clId="{6A2374A3-F1CF-4EE6-861B-6A57B023A41A}" dt="2026-07-15T17:49:01.094" v="4317" actId="207"/>
          <ac:spMkLst>
            <pc:docMk/>
            <pc:sldMk cId="335796065" sldId="266"/>
            <ac:spMk id="35" creationId="{D3D9C3B5-DAAA-40E3-C913-FD84DD58C96E}"/>
          </ac:spMkLst>
        </pc:spChg>
        <pc:spChg chg="mod">
          <ac:chgData name="Mamtha Santhosh Nuvesh" userId="4e7e0d919fa93194" providerId="LiveId" clId="{6A2374A3-F1CF-4EE6-861B-6A57B023A41A}" dt="2026-07-15T17:31:29.423" v="3717" actId="1035"/>
          <ac:spMkLst>
            <pc:docMk/>
            <pc:sldMk cId="335796065" sldId="266"/>
            <ac:spMk id="38" creationId="{53A69AB2-BDB3-5849-7C11-AB1D2DCE33B3}"/>
          </ac:spMkLst>
        </pc:spChg>
        <pc:spChg chg="add mod">
          <ac:chgData name="Mamtha Santhosh Nuvesh" userId="4e7e0d919fa93194" providerId="LiveId" clId="{6A2374A3-F1CF-4EE6-861B-6A57B023A41A}" dt="2026-07-15T17:49:01.094" v="4317" actId="207"/>
          <ac:spMkLst>
            <pc:docMk/>
            <pc:sldMk cId="335796065" sldId="266"/>
            <ac:spMk id="41" creationId="{037BE3AB-F2EA-B2C4-AC4D-BB04165DFA90}"/>
          </ac:spMkLst>
        </pc:spChg>
        <pc:spChg chg="add del mod">
          <ac:chgData name="Mamtha Santhosh Nuvesh" userId="4e7e0d919fa93194" providerId="LiveId" clId="{6A2374A3-F1CF-4EE6-861B-6A57B023A41A}" dt="2026-07-17T09:02:46.475" v="5649" actId="1076"/>
          <ac:spMkLst>
            <pc:docMk/>
            <pc:sldMk cId="335796065" sldId="266"/>
            <ac:spMk id="47" creationId="{D18355D3-D299-B26E-3555-88DA895521DC}"/>
          </ac:spMkLst>
        </pc:spChg>
        <pc:spChg chg="add mod">
          <ac:chgData name="Mamtha Santhosh Nuvesh" userId="4e7e0d919fa93194" providerId="LiveId" clId="{6A2374A3-F1CF-4EE6-861B-6A57B023A41A}" dt="2026-07-18T17:21:38.616" v="5981" actId="1076"/>
          <ac:spMkLst>
            <pc:docMk/>
            <pc:sldMk cId="335796065" sldId="266"/>
            <ac:spMk id="49" creationId="{26B14E4D-ADD4-D6DC-50D0-B6F109BDE9D0}"/>
          </ac:spMkLst>
        </pc:spChg>
        <pc:spChg chg="add mod">
          <ac:chgData name="Mamtha Santhosh Nuvesh" userId="4e7e0d919fa93194" providerId="LiveId" clId="{6A2374A3-F1CF-4EE6-861B-6A57B023A41A}" dt="2026-07-16T17:38:11.983" v="4883" actId="1076"/>
          <ac:spMkLst>
            <pc:docMk/>
            <pc:sldMk cId="335796065" sldId="266"/>
            <ac:spMk id="51" creationId="{284E64AF-40B4-A95C-C059-F688B1CFD88A}"/>
          </ac:spMkLst>
        </pc:spChg>
        <pc:spChg chg="add mod">
          <ac:chgData name="Mamtha Santhosh Nuvesh" userId="4e7e0d919fa93194" providerId="LiveId" clId="{6A2374A3-F1CF-4EE6-861B-6A57B023A41A}" dt="2026-07-15T17:49:31.904" v="4319" actId="207"/>
          <ac:spMkLst>
            <pc:docMk/>
            <pc:sldMk cId="335796065" sldId="266"/>
            <ac:spMk id="55" creationId="{7512F038-86ED-31DB-D29D-929A113CA10F}"/>
          </ac:spMkLst>
        </pc:spChg>
        <pc:spChg chg="add mod">
          <ac:chgData name="Mamtha Santhosh Nuvesh" userId="4e7e0d919fa93194" providerId="LiveId" clId="{6A2374A3-F1CF-4EE6-861B-6A57B023A41A}" dt="2026-07-15T17:49:31.904" v="4319" actId="207"/>
          <ac:spMkLst>
            <pc:docMk/>
            <pc:sldMk cId="335796065" sldId="266"/>
            <ac:spMk id="57" creationId="{176160AD-DD76-C72E-A696-C58EFAF7202A}"/>
          </ac:spMkLst>
        </pc:spChg>
        <pc:spChg chg="add mod">
          <ac:chgData name="Mamtha Santhosh Nuvesh" userId="4e7e0d919fa93194" providerId="LiveId" clId="{6A2374A3-F1CF-4EE6-861B-6A57B023A41A}" dt="2026-07-16T17:17:41.206" v="4739" actId="1076"/>
          <ac:spMkLst>
            <pc:docMk/>
            <pc:sldMk cId="335796065" sldId="266"/>
            <ac:spMk id="59" creationId="{528A13FA-DDB9-7B91-52AC-23294975912F}"/>
          </ac:spMkLst>
        </pc:spChg>
        <pc:spChg chg="add mod">
          <ac:chgData name="Mamtha Santhosh Nuvesh" userId="4e7e0d919fa93194" providerId="LiveId" clId="{6A2374A3-F1CF-4EE6-861B-6A57B023A41A}" dt="2026-07-16T17:38:16.684" v="4884" actId="1076"/>
          <ac:spMkLst>
            <pc:docMk/>
            <pc:sldMk cId="335796065" sldId="266"/>
            <ac:spMk id="61" creationId="{24BA5284-F295-766B-40DE-FA296196D219}"/>
          </ac:spMkLst>
        </pc:spChg>
        <pc:spChg chg="add mod">
          <ac:chgData name="Mamtha Santhosh Nuvesh" userId="4e7e0d919fa93194" providerId="LiveId" clId="{6A2374A3-F1CF-4EE6-861B-6A57B023A41A}" dt="2026-07-17T08:50:48.937" v="5357" actId="1076"/>
          <ac:spMkLst>
            <pc:docMk/>
            <pc:sldMk cId="335796065" sldId="266"/>
            <ac:spMk id="63" creationId="{AECAD468-9F57-C599-9330-62B43262453A}"/>
          </ac:spMkLst>
        </pc:spChg>
        <pc:spChg chg="add mod">
          <ac:chgData name="Mamtha Santhosh Nuvesh" userId="4e7e0d919fa93194" providerId="LiveId" clId="{6A2374A3-F1CF-4EE6-861B-6A57B023A41A}" dt="2026-07-16T17:28:54.193" v="4786" actId="313"/>
          <ac:spMkLst>
            <pc:docMk/>
            <pc:sldMk cId="335796065" sldId="266"/>
            <ac:spMk id="65" creationId="{2A06D891-5C0D-20EE-4301-72B4BB22B752}"/>
          </ac:spMkLst>
        </pc:spChg>
        <pc:spChg chg="add mod">
          <ac:chgData name="Mamtha Santhosh Nuvesh" userId="4e7e0d919fa93194" providerId="LiveId" clId="{6A2374A3-F1CF-4EE6-861B-6A57B023A41A}" dt="2026-07-16T17:15:50.464" v="4721" actId="1036"/>
          <ac:spMkLst>
            <pc:docMk/>
            <pc:sldMk cId="335796065" sldId="266"/>
            <ac:spMk id="67" creationId="{6507FA4B-EC6B-6DC0-6F06-FC1D64FD4DC6}"/>
          </ac:spMkLst>
        </pc:spChg>
        <pc:spChg chg="add mod">
          <ac:chgData name="Mamtha Santhosh Nuvesh" userId="4e7e0d919fa93194" providerId="LiveId" clId="{6A2374A3-F1CF-4EE6-861B-6A57B023A41A}" dt="2026-07-17T08:54:58.872" v="5401" actId="20577"/>
          <ac:spMkLst>
            <pc:docMk/>
            <pc:sldMk cId="335796065" sldId="266"/>
            <ac:spMk id="69" creationId="{BA9823D7-A616-BF43-7BA1-3803875437A2}"/>
          </ac:spMkLst>
        </pc:spChg>
        <pc:picChg chg="mod">
          <ac:chgData name="Mamtha Santhosh Nuvesh" userId="4e7e0d919fa93194" providerId="LiveId" clId="{6A2374A3-F1CF-4EE6-861B-6A57B023A41A}" dt="2026-07-15T17:45:38.791" v="4202" actId="1076"/>
          <ac:picMkLst>
            <pc:docMk/>
            <pc:sldMk cId="335796065" sldId="266"/>
            <ac:picMk id="3" creationId="{4D03EAAC-AF6F-C4D2-84FA-4A2C713F9480}"/>
          </ac:picMkLst>
        </pc:picChg>
        <pc:picChg chg="add mod">
          <ac:chgData name="Mamtha Santhosh Nuvesh" userId="4e7e0d919fa93194" providerId="LiveId" clId="{6A2374A3-F1CF-4EE6-861B-6A57B023A41A}" dt="2026-07-15T17:12:12.160" v="3255"/>
          <ac:picMkLst>
            <pc:docMk/>
            <pc:sldMk cId="335796065" sldId="266"/>
            <ac:picMk id="4" creationId="{057CAFFA-A69E-3936-EEFE-527F6355BB49}"/>
          </ac:picMkLst>
        </pc:picChg>
        <pc:picChg chg="add mod">
          <ac:chgData name="Mamtha Santhosh Nuvesh" userId="4e7e0d919fa93194" providerId="LiveId" clId="{6A2374A3-F1CF-4EE6-861B-6A57B023A41A}" dt="2026-07-15T17:31:43.822" v="3719" actId="1076"/>
          <ac:picMkLst>
            <pc:docMk/>
            <pc:sldMk cId="335796065" sldId="266"/>
            <ac:picMk id="21" creationId="{B36DF55A-73ED-6BB7-6F15-BCCEB02A8BBD}"/>
          </ac:picMkLst>
        </pc:picChg>
        <pc:picChg chg="add mod">
          <ac:chgData name="Mamtha Santhosh Nuvesh" userId="4e7e0d919fa93194" providerId="LiveId" clId="{6A2374A3-F1CF-4EE6-861B-6A57B023A41A}" dt="2026-07-16T17:12:06.837" v="4650" actId="1076"/>
          <ac:picMkLst>
            <pc:docMk/>
            <pc:sldMk cId="335796065" sldId="266"/>
            <ac:picMk id="25" creationId="{181501B0-9427-B941-4FB3-BF2148B1AF0C}"/>
          </ac:picMkLst>
        </pc:picChg>
        <pc:picChg chg="add mod">
          <ac:chgData name="Mamtha Santhosh Nuvesh" userId="4e7e0d919fa93194" providerId="LiveId" clId="{6A2374A3-F1CF-4EE6-861B-6A57B023A41A}" dt="2026-07-15T17:32:04.094" v="3721" actId="1076"/>
          <ac:picMkLst>
            <pc:docMk/>
            <pc:sldMk cId="335796065" sldId="266"/>
            <ac:picMk id="29" creationId="{D0D6A8AF-7E74-659C-FEDC-E6AA8D9A44AC}"/>
          </ac:picMkLst>
        </pc:picChg>
        <pc:picChg chg="add mod">
          <ac:chgData name="Mamtha Santhosh Nuvesh" userId="4e7e0d919fa93194" providerId="LiveId" clId="{6A2374A3-F1CF-4EE6-861B-6A57B023A41A}" dt="2026-07-15T17:31:36.937" v="3718" actId="1076"/>
          <ac:picMkLst>
            <pc:docMk/>
            <pc:sldMk cId="335796065" sldId="266"/>
            <ac:picMk id="33" creationId="{C4066984-80F3-1152-06D0-9EBE6B28F57A}"/>
          </ac:picMkLst>
        </pc:picChg>
        <pc:picChg chg="add del mod">
          <ac:chgData name="Mamtha Santhosh Nuvesh" userId="4e7e0d919fa93194" providerId="LiveId" clId="{6A2374A3-F1CF-4EE6-861B-6A57B023A41A}" dt="2026-07-15T17:32:41.378" v="3733" actId="1036"/>
          <ac:picMkLst>
            <pc:docMk/>
            <pc:sldMk cId="335796065" sldId="266"/>
            <ac:picMk id="37" creationId="{324E1977-A6A6-D15E-509B-5D21F5592A88}"/>
          </ac:picMkLst>
        </pc:picChg>
        <pc:picChg chg="add mod">
          <ac:chgData name="Mamtha Santhosh Nuvesh" userId="4e7e0d919fa93194" providerId="LiveId" clId="{6A2374A3-F1CF-4EE6-861B-6A57B023A41A}" dt="2026-07-15T17:32:26.121" v="3727" actId="1076"/>
          <ac:picMkLst>
            <pc:docMk/>
            <pc:sldMk cId="335796065" sldId="266"/>
            <ac:picMk id="43" creationId="{D46289FE-EB4B-D33D-02E8-1C88BBD7D6A5}"/>
          </ac:picMkLst>
        </pc:picChg>
      </pc:sldChg>
      <pc:sldChg chg="addSp delSp modSp mod ord modTransition">
        <pc:chgData name="Mamtha Santhosh Nuvesh" userId="4e7e0d919fa93194" providerId="LiveId" clId="{6A2374A3-F1CF-4EE6-861B-6A57B023A41A}" dt="2026-07-18T17:04:12.948" v="5942" actId="14100"/>
        <pc:sldMkLst>
          <pc:docMk/>
          <pc:sldMk cId="2075583771" sldId="267"/>
        </pc:sldMkLst>
        <pc:spChg chg="add mod">
          <ac:chgData name="Mamtha Santhosh Nuvesh" userId="4e7e0d919fa93194" providerId="LiveId" clId="{6A2374A3-F1CF-4EE6-861B-6A57B023A41A}" dt="2026-07-18T17:03:47.421" v="5941" actId="1076"/>
          <ac:spMkLst>
            <pc:docMk/>
            <pc:sldMk cId="2075583771" sldId="267"/>
            <ac:spMk id="3" creationId="{065056AF-F47D-EE02-DD87-07C2AAB5F493}"/>
          </ac:spMkLst>
        </pc:spChg>
        <pc:spChg chg="add mod">
          <ac:chgData name="Mamtha Santhosh Nuvesh" userId="4e7e0d919fa93194" providerId="LiveId" clId="{6A2374A3-F1CF-4EE6-861B-6A57B023A41A}" dt="2026-07-18T17:03:30.525" v="5940" actId="1076"/>
          <ac:spMkLst>
            <pc:docMk/>
            <pc:sldMk cId="2075583771" sldId="267"/>
            <ac:spMk id="15" creationId="{918892C9-3530-BB41-E578-60830F962DDF}"/>
          </ac:spMkLst>
        </pc:spChg>
        <pc:spChg chg="add del mod">
          <ac:chgData name="Mamtha Santhosh Nuvesh" userId="4e7e0d919fa93194" providerId="LiveId" clId="{6A2374A3-F1CF-4EE6-861B-6A57B023A41A}" dt="2026-07-18T17:03:25.739" v="5939" actId="478"/>
          <ac:spMkLst>
            <pc:docMk/>
            <pc:sldMk cId="2075583771" sldId="267"/>
            <ac:spMk id="30" creationId="{D46BE861-9458-A76E-48A3-8871F2908EC2}"/>
          </ac:spMkLst>
        </pc:spChg>
        <pc:picChg chg="add mod">
          <ac:chgData name="Mamtha Santhosh Nuvesh" userId="4e7e0d919fa93194" providerId="LiveId" clId="{6A2374A3-F1CF-4EE6-861B-6A57B023A41A}" dt="2026-07-18T17:03:06.522" v="5935" actId="1076"/>
          <ac:picMkLst>
            <pc:docMk/>
            <pc:sldMk cId="2075583771" sldId="267"/>
            <ac:picMk id="5" creationId="{0FA3E8B7-E03D-F0F4-9918-D5287CEF7465}"/>
          </ac:picMkLst>
        </pc:picChg>
        <pc:picChg chg="add mod">
          <ac:chgData name="Mamtha Santhosh Nuvesh" userId="4e7e0d919fa93194" providerId="LiveId" clId="{6A2374A3-F1CF-4EE6-861B-6A57B023A41A}" dt="2026-07-18T17:03:01.971" v="5934" actId="1076"/>
          <ac:picMkLst>
            <pc:docMk/>
            <pc:sldMk cId="2075583771" sldId="267"/>
            <ac:picMk id="7" creationId="{DE1D73A1-555B-D0BB-9DCC-158EAC3F0063}"/>
          </ac:picMkLst>
        </pc:picChg>
        <pc:picChg chg="add mod">
          <ac:chgData name="Mamtha Santhosh Nuvesh" userId="4e7e0d919fa93194" providerId="LiveId" clId="{6A2374A3-F1CF-4EE6-861B-6A57B023A41A}" dt="2026-07-18T17:02:54.976" v="5933" actId="1076"/>
          <ac:picMkLst>
            <pc:docMk/>
            <pc:sldMk cId="2075583771" sldId="267"/>
            <ac:picMk id="9" creationId="{45788FE5-EADD-40A0-7190-CC490BC53539}"/>
          </ac:picMkLst>
        </pc:picChg>
        <pc:picChg chg="add mod">
          <ac:chgData name="Mamtha Santhosh Nuvesh" userId="4e7e0d919fa93194" providerId="LiveId" clId="{6A2374A3-F1CF-4EE6-861B-6A57B023A41A}" dt="2026-07-18T17:04:12.948" v="5942" actId="14100"/>
          <ac:picMkLst>
            <pc:docMk/>
            <pc:sldMk cId="2075583771" sldId="267"/>
            <ac:picMk id="11" creationId="{4217D7C4-43F5-E1D0-B70D-F2C03086F472}"/>
          </ac:picMkLst>
        </pc:picChg>
        <pc:picChg chg="add mod">
          <ac:chgData name="Mamtha Santhosh Nuvesh" userId="4e7e0d919fa93194" providerId="LiveId" clId="{6A2374A3-F1CF-4EE6-861B-6A57B023A41A}" dt="2026-07-18T17:03:13.667" v="5937" actId="1076"/>
          <ac:picMkLst>
            <pc:docMk/>
            <pc:sldMk cId="2075583771" sldId="267"/>
            <ac:picMk id="13" creationId="{8571EF6E-29A5-BE64-886B-5921E281FCFF}"/>
          </ac:picMkLst>
        </pc:picChg>
        <pc:picChg chg="add mod">
          <ac:chgData name="Mamtha Santhosh Nuvesh" userId="4e7e0d919fa93194" providerId="LiveId" clId="{6A2374A3-F1CF-4EE6-861B-6A57B023A41A}" dt="2026-07-16T18:06:05.457" v="5089"/>
          <ac:picMkLst>
            <pc:docMk/>
            <pc:sldMk cId="2075583771" sldId="267"/>
            <ac:picMk id="18" creationId="{6D8B8492-16C8-2CC1-37AE-0570B8548B0E}"/>
          </ac:picMkLst>
        </pc:picChg>
      </pc:sldChg>
      <pc:sldChg chg="addSp mod modTransition">
        <pc:chgData name="Mamtha Santhosh Nuvesh" userId="4e7e0d919fa93194" providerId="LiveId" clId="{6A2374A3-F1CF-4EE6-861B-6A57B023A41A}" dt="2026-07-16T18:51:46.877" v="5356"/>
        <pc:sldMkLst>
          <pc:docMk/>
          <pc:sldMk cId="2039367336" sldId="268"/>
        </pc:sldMkLst>
        <pc:spChg chg="add">
          <ac:chgData name="Mamtha Santhosh Nuvesh" userId="4e7e0d919fa93194" providerId="LiveId" clId="{6A2374A3-F1CF-4EE6-861B-6A57B023A41A}" dt="2026-07-16T18:48:31.169" v="5331" actId="22"/>
          <ac:spMkLst>
            <pc:docMk/>
            <pc:sldMk cId="2039367336" sldId="268"/>
            <ac:spMk id="4" creationId="{2CCD9CF8-9CAC-1739-1889-457409EDA264}"/>
          </ac:spMkLst>
        </pc:spChg>
      </pc:sldChg>
      <pc:sldChg chg="addSp mod modTransition">
        <pc:chgData name="Mamtha Santhosh Nuvesh" userId="4e7e0d919fa93194" providerId="LiveId" clId="{6A2374A3-F1CF-4EE6-861B-6A57B023A41A}" dt="2026-07-16T18:51:46.877" v="5356"/>
        <pc:sldMkLst>
          <pc:docMk/>
          <pc:sldMk cId="1402998209" sldId="269"/>
        </pc:sldMkLst>
        <pc:spChg chg="add">
          <ac:chgData name="Mamtha Santhosh Nuvesh" userId="4e7e0d919fa93194" providerId="LiveId" clId="{6A2374A3-F1CF-4EE6-861B-6A57B023A41A}" dt="2026-07-16T18:48:29.080" v="5330" actId="22"/>
          <ac:spMkLst>
            <pc:docMk/>
            <pc:sldMk cId="1402998209" sldId="269"/>
            <ac:spMk id="4" creationId="{B32D5CE5-7B77-AD56-D583-0B51B66DD73C}"/>
          </ac:spMkLst>
        </pc:spChg>
      </pc:sldChg>
      <pc:sldChg chg="addSp delSp modSp mod modTransition">
        <pc:chgData name="Mamtha Santhosh Nuvesh" userId="4e7e0d919fa93194" providerId="LiveId" clId="{6A2374A3-F1CF-4EE6-861B-6A57B023A41A}" dt="2026-07-18T16:46:51.625" v="5931" actId="1076"/>
        <pc:sldMkLst>
          <pc:docMk/>
          <pc:sldMk cId="1418807956" sldId="270"/>
        </pc:sldMkLst>
        <pc:spChg chg="mod">
          <ac:chgData name="Mamtha Santhosh Nuvesh" userId="4e7e0d919fa93194" providerId="LiveId" clId="{6A2374A3-F1CF-4EE6-861B-6A57B023A41A}" dt="2026-07-18T15:28:40.532" v="5922" actId="1076"/>
          <ac:spMkLst>
            <pc:docMk/>
            <pc:sldMk cId="1418807956" sldId="270"/>
            <ac:spMk id="4" creationId="{0EE4B8AB-FCC0-CA87-379C-38EE777B06B3}"/>
          </ac:spMkLst>
        </pc:spChg>
        <pc:spChg chg="add">
          <ac:chgData name="Mamtha Santhosh Nuvesh" userId="4e7e0d919fa93194" providerId="LiveId" clId="{6A2374A3-F1CF-4EE6-861B-6A57B023A41A}" dt="2026-07-16T18:48:26.476" v="5329" actId="22"/>
          <ac:spMkLst>
            <pc:docMk/>
            <pc:sldMk cId="1418807956" sldId="270"/>
            <ac:spMk id="5" creationId="{07FFF787-4EE2-3B2C-E547-56498EC55367}"/>
          </ac:spMkLst>
        </pc:spChg>
        <pc:spChg chg="del mod">
          <ac:chgData name="Mamtha Santhosh Nuvesh" userId="4e7e0d919fa93194" providerId="LiveId" clId="{6A2374A3-F1CF-4EE6-861B-6A57B023A41A}" dt="2026-07-18T13:25:01.746" v="5875" actId="21"/>
          <ac:spMkLst>
            <pc:docMk/>
            <pc:sldMk cId="1418807956" sldId="270"/>
            <ac:spMk id="6" creationId="{C98C925B-318A-F63B-73D0-D6D80CD07F41}"/>
          </ac:spMkLst>
        </pc:spChg>
        <pc:spChg chg="del mod">
          <ac:chgData name="Mamtha Santhosh Nuvesh" userId="4e7e0d919fa93194" providerId="LiveId" clId="{6A2374A3-F1CF-4EE6-861B-6A57B023A41A}" dt="2026-07-18T13:25:01.746" v="5875" actId="21"/>
          <ac:spMkLst>
            <pc:docMk/>
            <pc:sldMk cId="1418807956" sldId="270"/>
            <ac:spMk id="10" creationId="{64C5AC94-1B9E-4131-D954-61020B101C03}"/>
          </ac:spMkLst>
        </pc:spChg>
        <pc:spChg chg="add mod">
          <ac:chgData name="Mamtha Santhosh Nuvesh" userId="4e7e0d919fa93194" providerId="LiveId" clId="{6A2374A3-F1CF-4EE6-861B-6A57B023A41A}" dt="2026-07-18T13:36:55.998" v="5916" actId="1076"/>
          <ac:spMkLst>
            <pc:docMk/>
            <pc:sldMk cId="1418807956" sldId="270"/>
            <ac:spMk id="12" creationId="{7732CC0E-4929-DC42-5956-AB4F944C6EA3}"/>
          </ac:spMkLst>
        </pc:spChg>
        <pc:picChg chg="mod">
          <ac:chgData name="Mamtha Santhosh Nuvesh" userId="4e7e0d919fa93194" providerId="LiveId" clId="{6A2374A3-F1CF-4EE6-861B-6A57B023A41A}" dt="2026-07-17T14:05:47.092" v="5865" actId="1036"/>
          <ac:picMkLst>
            <pc:docMk/>
            <pc:sldMk cId="1418807956" sldId="270"/>
            <ac:picMk id="3" creationId="{6394A771-E4FE-C645-3F24-FBEF1308CBE0}"/>
          </ac:picMkLst>
        </pc:picChg>
        <pc:picChg chg="add mod">
          <ac:chgData name="Mamtha Santhosh Nuvesh" userId="4e7e0d919fa93194" providerId="LiveId" clId="{6A2374A3-F1CF-4EE6-861B-6A57B023A41A}" dt="2026-07-18T16:46:48.178" v="5930" actId="1076"/>
          <ac:picMkLst>
            <pc:docMk/>
            <pc:sldMk cId="1418807956" sldId="270"/>
            <ac:picMk id="7" creationId="{F367B280-85F3-EED2-487F-5CF25E100CD3}"/>
          </ac:picMkLst>
        </pc:picChg>
        <pc:picChg chg="add mod">
          <ac:chgData name="Mamtha Santhosh Nuvesh" userId="4e7e0d919fa93194" providerId="LiveId" clId="{6A2374A3-F1CF-4EE6-861B-6A57B023A41A}" dt="2026-07-18T16:46:51.625" v="5931" actId="1076"/>
          <ac:picMkLst>
            <pc:docMk/>
            <pc:sldMk cId="1418807956" sldId="270"/>
            <ac:picMk id="9" creationId="{FC1ED92D-725D-EF96-9EDB-39EF590A250D}"/>
          </ac:picMkLst>
        </pc:picChg>
      </pc:sldChg>
      <pc:sldChg chg="addSp mod ord modTransition">
        <pc:chgData name="Mamtha Santhosh Nuvesh" userId="4e7e0d919fa93194" providerId="LiveId" clId="{6A2374A3-F1CF-4EE6-861B-6A57B023A41A}" dt="2026-07-16T18:51:46.877" v="5356"/>
        <pc:sldMkLst>
          <pc:docMk/>
          <pc:sldMk cId="3629393292" sldId="271"/>
        </pc:sldMkLst>
        <pc:spChg chg="add">
          <ac:chgData name="Mamtha Santhosh Nuvesh" userId="4e7e0d919fa93194" providerId="LiveId" clId="{6A2374A3-F1CF-4EE6-861B-6A57B023A41A}" dt="2026-07-16T18:48:22.301" v="5328" actId="22"/>
          <ac:spMkLst>
            <pc:docMk/>
            <pc:sldMk cId="3629393292" sldId="271"/>
            <ac:spMk id="5" creationId="{69E53543-7CA6-82F5-5912-0A8AFA111890}"/>
          </ac:spMkLst>
        </pc:spChg>
      </pc:sldChg>
      <pc:sldChg chg="addSp delSp modSp add mod modTransition">
        <pc:chgData name="Mamtha Santhosh Nuvesh" userId="4e7e0d919fa93194" providerId="LiveId" clId="{6A2374A3-F1CF-4EE6-861B-6A57B023A41A}" dt="2026-07-16T18:51:46.877" v="5356"/>
        <pc:sldMkLst>
          <pc:docMk/>
          <pc:sldMk cId="2951380382" sldId="272"/>
        </pc:sldMkLst>
        <pc:spChg chg="add">
          <ac:chgData name="Mamtha Santhosh Nuvesh" userId="4e7e0d919fa93194" providerId="LiveId" clId="{6A2374A3-F1CF-4EE6-861B-6A57B023A41A}" dt="2026-07-16T18:48:33.847" v="5332" actId="22"/>
          <ac:spMkLst>
            <pc:docMk/>
            <pc:sldMk cId="2951380382" sldId="272"/>
            <ac:spMk id="6" creationId="{308C8480-FE6C-8E2A-BBD3-5FAA668B1D7F}"/>
          </ac:spMkLst>
        </pc:spChg>
      </pc:sldChg>
      <pc:sldChg chg="addSp delSp modSp add del mod modTransition">
        <pc:chgData name="Mamtha Santhosh Nuvesh" userId="4e7e0d919fa93194" providerId="LiveId" clId="{6A2374A3-F1CF-4EE6-861B-6A57B023A41A}" dt="2026-07-17T09:11:55.383" v="5680" actId="2696"/>
        <pc:sldMkLst>
          <pc:docMk/>
          <pc:sldMk cId="3644264663" sldId="273"/>
        </pc:sldMkLst>
      </pc:sldChg>
      <pc:sldChg chg="addSp delSp modSp add mod modTransition">
        <pc:chgData name="Mamtha Santhosh Nuvesh" userId="4e7e0d919fa93194" providerId="LiveId" clId="{6A2374A3-F1CF-4EE6-861B-6A57B023A41A}" dt="2026-07-18T17:06:10.234" v="5953" actId="14100"/>
        <pc:sldMkLst>
          <pc:docMk/>
          <pc:sldMk cId="1245464098" sldId="274"/>
        </pc:sldMkLst>
        <pc:spChg chg="add mod">
          <ac:chgData name="Mamtha Santhosh Nuvesh" userId="4e7e0d919fa93194" providerId="LiveId" clId="{6A2374A3-F1CF-4EE6-861B-6A57B023A41A}" dt="2026-07-17T09:09:18.411" v="5679" actId="20577"/>
          <ac:spMkLst>
            <pc:docMk/>
            <pc:sldMk cId="1245464098" sldId="274"/>
            <ac:spMk id="3" creationId="{9B24480E-CE3E-5FD2-83D0-284853A69857}"/>
          </ac:spMkLst>
        </pc:spChg>
        <pc:spChg chg="add mod">
          <ac:chgData name="Mamtha Santhosh Nuvesh" userId="4e7e0d919fa93194" providerId="LiveId" clId="{6A2374A3-F1CF-4EE6-861B-6A57B023A41A}" dt="2026-07-16T18:36:12.661" v="5171" actId="207"/>
          <ac:spMkLst>
            <pc:docMk/>
            <pc:sldMk cId="1245464098" sldId="274"/>
            <ac:spMk id="6" creationId="{9BDA860F-7E57-24F0-47EC-FC6A23E74BDC}"/>
          </ac:spMkLst>
        </pc:spChg>
        <pc:spChg chg="add mod">
          <ac:chgData name="Mamtha Santhosh Nuvesh" userId="4e7e0d919fa93194" providerId="LiveId" clId="{6A2374A3-F1CF-4EE6-861B-6A57B023A41A}" dt="2026-07-16T18:36:39.811" v="5191" actId="20577"/>
          <ac:spMkLst>
            <pc:docMk/>
            <pc:sldMk cId="1245464098" sldId="274"/>
            <ac:spMk id="10" creationId="{994CF70A-E24E-80E6-5862-E98D1C09C8DA}"/>
          </ac:spMkLst>
        </pc:spChg>
        <pc:spChg chg="add mod">
          <ac:chgData name="Mamtha Santhosh Nuvesh" userId="4e7e0d919fa93194" providerId="LiveId" clId="{6A2374A3-F1CF-4EE6-861B-6A57B023A41A}" dt="2026-07-16T18:38:18.346" v="5242" actId="1076"/>
          <ac:spMkLst>
            <pc:docMk/>
            <pc:sldMk cId="1245464098" sldId="274"/>
            <ac:spMk id="12" creationId="{3B751B98-E321-EF8B-507D-B651D0FA1C75}"/>
          </ac:spMkLst>
        </pc:spChg>
        <pc:spChg chg="add mod">
          <ac:chgData name="Mamtha Santhosh Nuvesh" userId="4e7e0d919fa93194" providerId="LiveId" clId="{6A2374A3-F1CF-4EE6-861B-6A57B023A41A}" dt="2026-07-16T18:36:57.737" v="5220" actId="14100"/>
          <ac:spMkLst>
            <pc:docMk/>
            <pc:sldMk cId="1245464098" sldId="274"/>
            <ac:spMk id="15" creationId="{DA5A46B9-A498-A973-9751-EF98ACEC0EEC}"/>
          </ac:spMkLst>
        </pc:spChg>
        <pc:spChg chg="add mod">
          <ac:chgData name="Mamtha Santhosh Nuvesh" userId="4e7e0d919fa93194" providerId="LiveId" clId="{6A2374A3-F1CF-4EE6-861B-6A57B023A41A}" dt="2026-07-17T09:07:14.081" v="5663" actId="1076"/>
          <ac:spMkLst>
            <pc:docMk/>
            <pc:sldMk cId="1245464098" sldId="274"/>
            <ac:spMk id="18" creationId="{2100C16F-9BF8-ECDD-AEF6-02EE14A4E2FD}"/>
          </ac:spMkLst>
        </pc:spChg>
        <pc:spChg chg="add">
          <ac:chgData name="Mamtha Santhosh Nuvesh" userId="4e7e0d919fa93194" providerId="LiveId" clId="{6A2374A3-F1CF-4EE6-861B-6A57B023A41A}" dt="2026-07-16T18:48:35.763" v="5333" actId="22"/>
          <ac:spMkLst>
            <pc:docMk/>
            <pc:sldMk cId="1245464098" sldId="274"/>
            <ac:spMk id="21" creationId="{4CA10486-B817-02E2-C628-F08F29125052}"/>
          </ac:spMkLst>
        </pc:spChg>
        <pc:picChg chg="add mod">
          <ac:chgData name="Mamtha Santhosh Nuvesh" userId="4e7e0d919fa93194" providerId="LiveId" clId="{6A2374A3-F1CF-4EE6-861B-6A57B023A41A}" dt="2026-07-18T17:06:10.234" v="5953" actId="14100"/>
          <ac:picMkLst>
            <pc:docMk/>
            <pc:sldMk cId="1245464098" sldId="274"/>
            <ac:picMk id="4" creationId="{DE86AD0E-558B-C657-FBAF-9C832E9F92C1}"/>
          </ac:picMkLst>
        </pc:picChg>
      </pc:sldChg>
      <pc:sldChg chg="addSp delSp modSp add mod ord">
        <pc:chgData name="Mamtha Santhosh Nuvesh" userId="4e7e0d919fa93194" providerId="LiveId" clId="{6A2374A3-F1CF-4EE6-861B-6A57B023A41A}" dt="2026-07-18T16:45:19.613" v="5929" actId="1076"/>
        <pc:sldMkLst>
          <pc:docMk/>
          <pc:sldMk cId="1622926328" sldId="275"/>
        </pc:sldMkLst>
        <pc:spChg chg="add del">
          <ac:chgData name="Mamtha Santhosh Nuvesh" userId="4e7e0d919fa93194" providerId="LiveId" clId="{6A2374A3-F1CF-4EE6-861B-6A57B023A41A}" dt="2026-07-18T13:37:05.721" v="5917" actId="478"/>
          <ac:spMkLst>
            <pc:docMk/>
            <pc:sldMk cId="1622926328" sldId="275"/>
            <ac:spMk id="5" creationId="{008E5D65-386E-3D3E-AB21-C282A401D19D}"/>
          </ac:spMkLst>
        </pc:spChg>
        <pc:spChg chg="add mod">
          <ac:chgData name="Mamtha Santhosh Nuvesh" userId="4e7e0d919fa93194" providerId="LiveId" clId="{6A2374A3-F1CF-4EE6-861B-6A57B023A41A}" dt="2026-07-18T16:45:19.613" v="5929" actId="1076"/>
          <ac:spMkLst>
            <pc:docMk/>
            <pc:sldMk cId="1622926328" sldId="275"/>
            <ac:spMk id="7" creationId="{7DAC7510-D39B-AAB9-94B9-652335601E48}"/>
          </ac:spMkLst>
        </pc:spChg>
        <pc:spChg chg="del">
          <ac:chgData name="Mamtha Santhosh Nuvesh" userId="4e7e0d919fa93194" providerId="LiveId" clId="{6A2374A3-F1CF-4EE6-861B-6A57B023A41A}" dt="2026-07-18T13:25:07.474" v="5877" actId="478"/>
          <ac:spMkLst>
            <pc:docMk/>
            <pc:sldMk cId="1622926328" sldId="275"/>
            <ac:spMk id="38" creationId="{FE6FB058-6D1F-4B79-46D8-8D8D8C665F09}"/>
          </ac:spMkLst>
        </pc:spChg>
        <pc:picChg chg="add del mod">
          <ac:chgData name="Mamtha Santhosh Nuvesh" userId="4e7e0d919fa93194" providerId="LiveId" clId="{6A2374A3-F1CF-4EE6-861B-6A57B023A41A}" dt="2026-07-18T13:34:56.225" v="5898" actId="21"/>
          <ac:picMkLst>
            <pc:docMk/>
            <pc:sldMk cId="1622926328" sldId="275"/>
            <ac:picMk id="9" creationId="{5170431F-71B5-F51D-18C1-DCC3F5F80B1F}"/>
          </ac:picMkLst>
        </pc:picChg>
        <pc:picChg chg="add mod">
          <ac:chgData name="Mamtha Santhosh Nuvesh" userId="4e7e0d919fa93194" providerId="LiveId" clId="{6A2374A3-F1CF-4EE6-861B-6A57B023A41A}" dt="2026-07-18T16:45:13.382" v="5928" actId="14100"/>
          <ac:picMkLst>
            <pc:docMk/>
            <pc:sldMk cId="1622926328" sldId="275"/>
            <ac:picMk id="11" creationId="{3C9CC846-5D70-524C-DC48-F5219D93717B}"/>
          </ac:picMkLst>
        </pc:picChg>
      </pc:sldChg>
      <pc:sldMasterChg chg="modTransition modSldLayout">
        <pc:chgData name="Mamtha Santhosh Nuvesh" userId="4e7e0d919fa93194" providerId="LiveId" clId="{6A2374A3-F1CF-4EE6-861B-6A57B023A41A}" dt="2026-07-16T18:51:46.877" v="5356"/>
        <pc:sldMasterMkLst>
          <pc:docMk/>
          <pc:sldMasterMk cId="2144606447" sldId="2147483648"/>
        </pc:sldMasterMkLst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137442242" sldId="2147483649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159016796" sldId="2147483650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3015499104" sldId="2147483651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610101047" sldId="2147483652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96993315" sldId="2147483653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809761411" sldId="2147483654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1093325453" sldId="2147483655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2996139600" sldId="2147483656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492425747" sldId="2147483657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387739215" sldId="2147483658"/>
          </pc:sldLayoutMkLst>
        </pc:sldLayoutChg>
        <pc:sldLayoutChg chg="modTransition">
          <pc:chgData name="Mamtha Santhosh Nuvesh" userId="4e7e0d919fa93194" providerId="LiveId" clId="{6A2374A3-F1CF-4EE6-861B-6A57B023A41A}" dt="2026-07-16T18:51:46.877" v="5356"/>
          <pc:sldLayoutMkLst>
            <pc:docMk/>
            <pc:sldMasterMk cId="2144606447" sldId="2147483648"/>
            <pc:sldLayoutMk cId="376773597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79A1-3707-B79F-97EF-EC640C41B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F25E1-F1EE-2EF7-6F76-AEE5A11AF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91853-6F81-B147-781B-6EDB68BC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81C3-521C-CC22-5D60-B65990C1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2B0DA-C7D4-AF71-5013-AF6ED69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44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D9B8-A1B1-9562-A54B-521B89F2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2095-3E65-7A7B-AC67-073FB33A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4DBED-FE42-947F-CE38-1F7A4971B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3E350-35C6-B93F-4E85-47EE80A5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8DEB0-F136-8BC1-539A-8F8F1722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01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216D-8BDE-530E-45E1-C6472FDE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AA8D-3C44-A41A-8F06-078462958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36AA1-9AFF-F80C-4730-2B74C614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E06A0-FB53-D6E6-9FF6-2B2F588E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935B-C67E-9DBD-DB3F-5DF4485C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49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01EA-2BC8-19B7-C42E-1D12000B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E004-EC1E-8AA8-09EC-F4664EBEF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2FC20-B49A-7105-BDD5-C7E6AFF6F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3F1A8-7560-20FB-82B1-80C29162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3CC6B-9624-6696-0D81-E0826F23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AD00C-AAB0-AF4F-E0E2-AA5AA160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0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4736-F958-853A-CEFF-87962D19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8D5DC-8CA2-8F85-A17A-F7A098848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9E38F-6C9D-6C45-223E-E688A3C24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22725-1868-28FC-92A2-CA78E849E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1D263-592A-50B8-68EC-D25EDF558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7E8B1-E51C-0481-6EF5-70603AD6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7D7D9-329A-D15B-C5B6-D3C09D42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E69DB-6F98-1996-D849-5D9124BE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E646-F280-06F1-CA99-890D7872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BF139-85CB-BD61-64E7-5A93C1B0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14DE6-5A67-9213-8CEE-2D9D02CB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B2EB5-5B56-5A4A-9103-564FE2AB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76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D60A6-DCAF-1530-E0FA-1E455826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AAD22-9EE8-9627-6AA3-629C1394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F1144-4CFA-C8AF-0182-FE9A481D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32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B26C-9B98-16F6-FA37-B80F1A22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FAF9E-9566-8363-701D-423043E9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4068B-7086-40CA-D912-E3B3CC213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26149-58C9-C59A-F55C-C98F3FA2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A2392-58B1-97F5-F1B7-4A901F93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AA7F9-F3AB-55D5-3383-4CC6A9E4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3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277B-A2CE-E6B2-7B9B-985CE22B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09901-9913-0365-AFFC-56096723A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B5E48-E84F-F360-85F0-78DD29702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40070-747A-B229-0FED-EDDA74A9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C40BE-06E5-6018-8DF4-057EE103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1BCFB-F71F-4986-AA00-9D19541D6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42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6F3E-EF39-AC80-948C-3687AD36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BA877-E321-5AD9-9848-8469F572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CC144-EB7D-D5EB-B890-C2638744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6134-0EE8-EC1D-2202-ACB8EDBF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1AD36-DC30-058B-C283-74BDF2B9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FC0B7-EA1E-7D7E-9B5E-EC682D33D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A1EE4-888E-FBD7-36B3-921283665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E882F-B0B0-8567-2E4F-1C6BF685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11BE2-EA8D-F661-BF6F-13AA1842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4F71A-AE83-F4F8-136A-0671462F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3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7D317-807A-B8AB-A97B-C96BBE07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1AA3D-9BE2-5FC3-0812-EF2B3DB19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4A106-8CF1-3CA2-7BA9-A6DAA7E1C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324B5-4BCB-4899-BED6-22FD425EEAD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D638-D3B2-F2B1-D3E4-A6DA37948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53EC8-0A28-8457-A3CD-8B0410134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6D43B-5D09-4603-8F3B-B50CA83F31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60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Music%20%20&amp;%20Streaming%20Data%20Analysis%20%20DashBoard%20Final%20(3)%20(1).pbix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image" Target="../media/image4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10" Type="http://schemas.openxmlformats.org/officeDocument/2006/relationships/image" Target="../media/image44.png"/><Relationship Id="rId4" Type="http://schemas.openxmlformats.org/officeDocument/2006/relationships/image" Target="../media/image42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5E06D0-1691-A631-DF9D-CA077127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9890F3-9A43-7217-EAFC-08C417AFAEDB}"/>
              </a:ext>
            </a:extLst>
          </p:cNvPr>
          <p:cNvSpPr txBox="1"/>
          <p:nvPr/>
        </p:nvSpPr>
        <p:spPr>
          <a:xfrm>
            <a:off x="696685" y="631372"/>
            <a:ext cx="10522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MUSIC PERFORMANCE &amp;</a:t>
            </a:r>
          </a:p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STREAMING 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1D4C9-400D-3830-969E-E5FBDCD561B3}"/>
              </a:ext>
            </a:extLst>
          </p:cNvPr>
          <p:cNvSpPr txBox="1"/>
          <p:nvPr/>
        </p:nvSpPr>
        <p:spPr>
          <a:xfrm>
            <a:off x="696685" y="2263017"/>
            <a:ext cx="4019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CLEANING, ANALYSIS &amp; </a:t>
            </a:r>
          </a:p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A9A8EE-D1A3-50C3-54A4-E1DB7C65E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73" y="2935432"/>
            <a:ext cx="541223" cy="5412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5B2437-6C70-962D-588B-3E0267F6F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02" y="2608392"/>
            <a:ext cx="1156777" cy="11567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8482F6-5543-CE5E-05CE-FDBCD7222F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819" y="2946570"/>
            <a:ext cx="541223" cy="5412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00A190-CA47-129B-A269-7F59EE5DE9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43" y="2922406"/>
            <a:ext cx="506594" cy="5065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4C322C-5081-4C32-DD74-DD8273508A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915" y="2862790"/>
            <a:ext cx="625004" cy="6250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3E119F0-AB41-7012-F374-0C694EE6997B}"/>
              </a:ext>
            </a:extLst>
          </p:cNvPr>
          <p:cNvSpPr txBox="1"/>
          <p:nvPr/>
        </p:nvSpPr>
        <p:spPr>
          <a:xfrm>
            <a:off x="696685" y="5473369"/>
            <a:ext cx="21042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2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2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99844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BA2AF-1BA5-2687-A088-2C52CB096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B18820-C61F-6858-64BE-C44D49E6E060}"/>
              </a:ext>
            </a:extLst>
          </p:cNvPr>
          <p:cNvSpPr txBox="1"/>
          <p:nvPr/>
        </p:nvSpPr>
        <p:spPr>
          <a:xfrm>
            <a:off x="3319630" y="772626"/>
            <a:ext cx="5552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B1B02-C6ED-2406-8DE7-F613ACF1B29F}"/>
              </a:ext>
            </a:extLst>
          </p:cNvPr>
          <p:cNvSpPr txBox="1"/>
          <p:nvPr/>
        </p:nvSpPr>
        <p:spPr>
          <a:xfrm>
            <a:off x="3120288" y="1953277"/>
            <a:ext cx="7019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Our objective was to analyse music streaming data from multiple platforms to uncover trends, measure performance, and provide actionable business insights.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CCA665-C358-D330-93BD-3EC87FC57B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091" y="253483"/>
            <a:ext cx="1512539" cy="15869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096B51-CC34-6A97-5625-C109D83219B2}"/>
              </a:ext>
            </a:extLst>
          </p:cNvPr>
          <p:cNvSpPr txBox="1"/>
          <p:nvPr/>
        </p:nvSpPr>
        <p:spPr>
          <a:xfrm>
            <a:off x="2426022" y="3665865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Identify top performing tracks and artists.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6B46F-9C64-466A-68F9-8C261B5074F4}"/>
              </a:ext>
            </a:extLst>
          </p:cNvPr>
          <p:cNvSpPr txBox="1"/>
          <p:nvPr/>
        </p:nvSpPr>
        <p:spPr>
          <a:xfrm>
            <a:off x="2426022" y="4187827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Understand audience engagement.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EAE6A9-EC24-44A6-F100-13E93CB39C4F}"/>
              </a:ext>
            </a:extLst>
          </p:cNvPr>
          <p:cNvSpPr txBox="1"/>
          <p:nvPr/>
        </p:nvSpPr>
        <p:spPr>
          <a:xfrm>
            <a:off x="2426019" y="5263835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Discover trends over time.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B0CFD-22B3-A02A-78F4-DA7B5CA0902D}"/>
              </a:ext>
            </a:extLst>
          </p:cNvPr>
          <p:cNvSpPr txBox="1"/>
          <p:nvPr/>
        </p:nvSpPr>
        <p:spPr>
          <a:xfrm>
            <a:off x="2426018" y="5779835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Generate insights for business 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91ADF6-3F93-5A7C-A5CC-420DF19B800F}"/>
              </a:ext>
            </a:extLst>
          </p:cNvPr>
          <p:cNvSpPr txBox="1"/>
          <p:nvPr/>
        </p:nvSpPr>
        <p:spPr>
          <a:xfrm>
            <a:off x="2426019" y="4725831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Compare performance across platforms.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5C337E-0522-6E79-5FEF-477209837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39" y="3269040"/>
            <a:ext cx="2785352" cy="371380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9BA074B-3908-B34A-FEAF-D1647D792E4D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99881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B8EE92-6BB7-FAFA-F18B-B41AF61FB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63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B207D-9FF0-154C-0551-0C0C8247D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640" y="1979309"/>
            <a:ext cx="6102759" cy="406850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2C6FB8-DEB1-48CF-90C3-826D80D6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517"/>
              </p:ext>
            </p:extLst>
          </p:nvPr>
        </p:nvGraphicFramePr>
        <p:xfrm>
          <a:off x="6252881" y="1812075"/>
          <a:ext cx="5764948" cy="394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474">
                  <a:extLst>
                    <a:ext uri="{9D8B030D-6E8A-4147-A177-3AD203B41FA5}">
                      <a16:colId xmlns:a16="http://schemas.microsoft.com/office/drawing/2014/main" val="1306698234"/>
                    </a:ext>
                  </a:extLst>
                </a:gridCol>
                <a:gridCol w="2882474">
                  <a:extLst>
                    <a:ext uri="{9D8B030D-6E8A-4147-A177-3AD203B41FA5}">
                      <a16:colId xmlns:a16="http://schemas.microsoft.com/office/drawing/2014/main" val="4230806219"/>
                    </a:ext>
                  </a:extLst>
                </a:gridCol>
              </a:tblGrid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Total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4,600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86884"/>
                  </a:ext>
                </a:extLst>
              </a:tr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Total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425343"/>
                  </a:ext>
                </a:extLst>
              </a:tr>
              <a:tr h="10049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Platforms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Spotify, YouTube, TikTok, Apple Music, Deezer, Amazon, Airplay  Spin, SiriusXM Spin, Pandora, Soundcloud and Shazam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75498"/>
                  </a:ext>
                </a:extLst>
              </a:tr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Categorical + Numerical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882932"/>
                  </a:ext>
                </a:extLst>
              </a:tr>
              <a:tr h="582210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Time 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Multiple Release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296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866C3D-CF59-904B-2156-0270458BC77A}"/>
              </a:ext>
            </a:extLst>
          </p:cNvPr>
          <p:cNvSpPr txBox="1"/>
          <p:nvPr/>
        </p:nvSpPr>
        <p:spPr>
          <a:xfrm>
            <a:off x="3669254" y="635711"/>
            <a:ext cx="5571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DATASET 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8BF9D-12DA-300B-FA4C-358C91AE88B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25733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2F29A-561E-D6A7-E550-4FB99BDB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9EC53-12B2-1445-5A0B-70CCBAAE9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37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ADA35B-6F93-81EE-DA21-9CA76D1DD836}"/>
              </a:ext>
            </a:extLst>
          </p:cNvPr>
          <p:cNvSpPr txBox="1"/>
          <p:nvPr/>
        </p:nvSpPr>
        <p:spPr>
          <a:xfrm>
            <a:off x="2974376" y="234437"/>
            <a:ext cx="6243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DATASET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58D986-E69F-CF14-2681-B16CB73A79F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93" y="1118113"/>
            <a:ext cx="1415298" cy="1415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3B5BB1-DF60-9967-0043-FB591050FA0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257" y="895454"/>
            <a:ext cx="1655948" cy="1655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12C7CA-9AA6-BED7-438C-B089DC8A594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05" y="650254"/>
            <a:ext cx="2093816" cy="2093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353F3-06F1-A73D-27F3-0C2A6EE3D9A6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675" y="3623275"/>
            <a:ext cx="1415298" cy="14152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5C86A-C796-0C9A-6C80-7BFF3EAA4B4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291" y="3403684"/>
            <a:ext cx="1734655" cy="17346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70EDF9F-CE14-4D3E-A639-C51EAB1661E8}"/>
              </a:ext>
            </a:extLst>
          </p:cNvPr>
          <p:cNvSpPr txBox="1"/>
          <p:nvPr/>
        </p:nvSpPr>
        <p:spPr>
          <a:xfrm>
            <a:off x="1185530" y="2424853"/>
            <a:ext cx="2157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Missing  Values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31420D-0FB6-94B5-613A-F5B0E64489AF}"/>
              </a:ext>
            </a:extLst>
          </p:cNvPr>
          <p:cNvSpPr txBox="1"/>
          <p:nvPr/>
        </p:nvSpPr>
        <p:spPr>
          <a:xfrm>
            <a:off x="5095029" y="2457461"/>
            <a:ext cx="252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Duplicate Entries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AC7C2-FBBF-8AC9-2A90-A7BE25F0F8EA}"/>
              </a:ext>
            </a:extLst>
          </p:cNvPr>
          <p:cNvSpPr txBox="1"/>
          <p:nvPr/>
        </p:nvSpPr>
        <p:spPr>
          <a:xfrm>
            <a:off x="8551272" y="2411761"/>
            <a:ext cx="2876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Inconsistent Formats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39F3EB-83D3-004F-D584-F945036F3A53}"/>
              </a:ext>
            </a:extLst>
          </p:cNvPr>
          <p:cNvSpPr txBox="1"/>
          <p:nvPr/>
        </p:nvSpPr>
        <p:spPr>
          <a:xfrm>
            <a:off x="768584" y="5003651"/>
            <a:ext cx="2819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Mixed Date Formats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72FAA2-6B73-6582-889C-AAE32997F5B0}"/>
              </a:ext>
            </a:extLst>
          </p:cNvPr>
          <p:cNvSpPr txBox="1"/>
          <p:nvPr/>
        </p:nvSpPr>
        <p:spPr>
          <a:xfrm>
            <a:off x="4559343" y="5038573"/>
            <a:ext cx="3476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Mixed Languages in Text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667139F-3670-60C8-7EE9-7114BE2073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796" y="3609067"/>
            <a:ext cx="1303834" cy="13652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9518CA4-810A-4513-8283-8F697EC0EBF5}"/>
              </a:ext>
            </a:extLst>
          </p:cNvPr>
          <p:cNvSpPr txBox="1"/>
          <p:nvPr/>
        </p:nvSpPr>
        <p:spPr>
          <a:xfrm>
            <a:off x="8523625" y="5066005"/>
            <a:ext cx="296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Null Values &amp; Outliers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7DC48F-8992-2D3E-4A24-2AC12822D4CE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0EE11-D341-8628-320B-235836837608}"/>
              </a:ext>
            </a:extLst>
          </p:cNvPr>
          <p:cNvSpPr txBox="1"/>
          <p:nvPr/>
        </p:nvSpPr>
        <p:spPr>
          <a:xfrm>
            <a:off x="1787987" y="2795860"/>
            <a:ext cx="952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18,194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F7816-7B8E-438A-40CB-958A180BB532}"/>
              </a:ext>
            </a:extLst>
          </p:cNvPr>
          <p:cNvSpPr txBox="1"/>
          <p:nvPr/>
        </p:nvSpPr>
        <p:spPr>
          <a:xfrm>
            <a:off x="5785527" y="2809105"/>
            <a:ext cx="1303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2 Records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76F5FC-E16D-4D29-C34F-F0EC3B6B9544}"/>
              </a:ext>
            </a:extLst>
          </p:cNvPr>
          <p:cNvSpPr txBox="1"/>
          <p:nvPr/>
        </p:nvSpPr>
        <p:spPr>
          <a:xfrm>
            <a:off x="8624735" y="2711776"/>
            <a:ext cx="2695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Casing issues and mixed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 numeric syntax styles</a:t>
            </a:r>
            <a:endParaRPr lang="en-IN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9328F-1A6C-88B7-55E4-FA5D11BE561F}"/>
              </a:ext>
            </a:extLst>
          </p:cNvPr>
          <p:cNvSpPr txBox="1"/>
          <p:nvPr/>
        </p:nvSpPr>
        <p:spPr>
          <a:xfrm>
            <a:off x="496021" y="5311431"/>
            <a:ext cx="3364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Varying date strings 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(YYYY-MM-DD vs DD/MM/YYYY)</a:t>
            </a:r>
            <a:endParaRPr lang="en-US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CDE9A0-24E0-5141-C726-21FC2775C1D4}"/>
              </a:ext>
            </a:extLst>
          </p:cNvPr>
          <p:cNvSpPr txBox="1"/>
          <p:nvPr/>
        </p:nvSpPr>
        <p:spPr>
          <a:xfrm>
            <a:off x="4337182" y="5346403"/>
            <a:ext cx="3875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Categorical columns featuring untranslated multilingual data</a:t>
            </a:r>
            <a:endParaRPr lang="en-US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AC5BD2-606A-BC1A-99FD-E8E89D7E7464}"/>
              </a:ext>
            </a:extLst>
          </p:cNvPr>
          <p:cNvSpPr txBox="1"/>
          <p:nvPr/>
        </p:nvSpPr>
        <p:spPr>
          <a:xfrm>
            <a:off x="8523625" y="5355204"/>
            <a:ext cx="2983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Incomplete records skewing </a:t>
            </a:r>
          </a:p>
          <a:p>
            <a:pPr lvl="0" algn="ctr"/>
            <a:r>
              <a:rPr lang="en-US" sz="1600" dirty="0">
                <a:solidFill>
                  <a:srgbClr val="FFFF00"/>
                </a:solidFill>
                <a:latin typeface="Arial Rounded MT Bold" panose="020F0704030504030204" pitchFamily="34" charset="0"/>
                <a:ea typeface="Inter"/>
                <a:cs typeface="Inter"/>
                <a:sym typeface="Inter"/>
              </a:rPr>
              <a:t>general statistical metrics</a:t>
            </a:r>
            <a:endParaRPr lang="en-US" sz="16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0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3953-82E7-8DA0-00F0-96844860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64E797-B2E3-12C0-69C1-DC31BBBCA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89"/>
            <a:ext cx="12192000" cy="686378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29D9FA1-4561-442C-D0CD-B933C796058E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A11F6-534B-51BD-C40C-2F42E33B8F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95" y="2057695"/>
            <a:ext cx="754813" cy="754813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55B36C-8FD2-1718-117F-B2C1019F07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951" y="2642428"/>
            <a:ext cx="1513776" cy="776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24CDC8-D00B-2A2E-9FEE-E5509AB0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37" y="4107938"/>
            <a:ext cx="860475" cy="8604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9B3E670-2305-C823-F5FC-B4775F644C5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409" y="5000427"/>
            <a:ext cx="794318" cy="79431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5A177F1-A314-8520-B0CF-7C4831D56CB5}"/>
              </a:ext>
            </a:extLst>
          </p:cNvPr>
          <p:cNvSpPr txBox="1"/>
          <p:nvPr/>
        </p:nvSpPr>
        <p:spPr>
          <a:xfrm>
            <a:off x="2567213" y="349624"/>
            <a:ext cx="7057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CLEANING PROCESS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291937D-242A-8E46-F2BD-1A201967EB3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315" y="3307426"/>
            <a:ext cx="860475" cy="86047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F878F88-7AFA-0BBD-543E-6CE0BCB77C4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971" y="1250641"/>
            <a:ext cx="860475" cy="8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F8977CE-39C8-CB2E-434C-5173EC0E5F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163" y="5687994"/>
            <a:ext cx="879327" cy="87932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A330FD6-D321-74C5-DF21-26B2FE75BF7E}"/>
              </a:ext>
            </a:extLst>
          </p:cNvPr>
          <p:cNvSpPr txBox="1"/>
          <p:nvPr/>
        </p:nvSpPr>
        <p:spPr>
          <a:xfrm>
            <a:off x="4522694" y="2057695"/>
            <a:ext cx="3219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Handling Missing Values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BAA8B9-E8BA-386D-BCD7-7015D49D9CB8}"/>
              </a:ext>
            </a:extLst>
          </p:cNvPr>
          <p:cNvSpPr txBox="1"/>
          <p:nvPr/>
        </p:nvSpPr>
        <p:spPr>
          <a:xfrm>
            <a:off x="3957920" y="1280768"/>
            <a:ext cx="271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Raw Data Collection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0958AC-F8BD-C09D-A405-BC6ED4C4A511}"/>
              </a:ext>
            </a:extLst>
          </p:cNvPr>
          <p:cNvSpPr txBox="1"/>
          <p:nvPr/>
        </p:nvSpPr>
        <p:spPr>
          <a:xfrm>
            <a:off x="4141696" y="2785614"/>
            <a:ext cx="3805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Formatting &amp; Standardization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8A0348-A6AB-1589-8967-E504FB3AA18B}"/>
              </a:ext>
            </a:extLst>
          </p:cNvPr>
          <p:cNvSpPr txBox="1"/>
          <p:nvPr/>
        </p:nvSpPr>
        <p:spPr>
          <a:xfrm>
            <a:off x="4540803" y="3451643"/>
            <a:ext cx="3805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Date Format Standardization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C7C298-D677-B301-9331-843E9FCC14CC}"/>
              </a:ext>
            </a:extLst>
          </p:cNvPr>
          <p:cNvSpPr txBox="1"/>
          <p:nvPr/>
        </p:nvSpPr>
        <p:spPr>
          <a:xfrm>
            <a:off x="4141696" y="4204218"/>
            <a:ext cx="347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Language &amp; Text Cleaning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8CDA26-D88B-3B51-A58D-F2C3B27C48A9}"/>
              </a:ext>
            </a:extLst>
          </p:cNvPr>
          <p:cNvSpPr txBox="1"/>
          <p:nvPr/>
        </p:nvSpPr>
        <p:spPr>
          <a:xfrm>
            <a:off x="4617184" y="5008754"/>
            <a:ext cx="271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Consistency Check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8D7B7C-E2B3-012C-BC84-DBCEFDE2A0EE}"/>
              </a:ext>
            </a:extLst>
          </p:cNvPr>
          <p:cNvSpPr txBox="1"/>
          <p:nvPr/>
        </p:nvSpPr>
        <p:spPr>
          <a:xfrm>
            <a:off x="4038963" y="5759776"/>
            <a:ext cx="27163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Clean Dataset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5C6BF3-016C-8CB8-E327-0F0853DC18E4}"/>
              </a:ext>
            </a:extLst>
          </p:cNvPr>
          <p:cNvSpPr txBox="1"/>
          <p:nvPr/>
        </p:nvSpPr>
        <p:spPr>
          <a:xfrm>
            <a:off x="5081652" y="2331021"/>
            <a:ext cx="4008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Identified and treated missing data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DF3196-910D-10CF-9515-6B8B95CD225B}"/>
              </a:ext>
            </a:extLst>
          </p:cNvPr>
          <p:cNvSpPr txBox="1"/>
          <p:nvPr/>
        </p:nvSpPr>
        <p:spPr>
          <a:xfrm>
            <a:off x="4780630" y="3115158"/>
            <a:ext cx="4252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Standardized text, numbers &amp; categories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8AFA15-4558-B2CF-A149-D4BB920B50A3}"/>
              </a:ext>
            </a:extLst>
          </p:cNvPr>
          <p:cNvSpPr txBox="1"/>
          <p:nvPr/>
        </p:nvSpPr>
        <p:spPr>
          <a:xfrm>
            <a:off x="5157145" y="3766626"/>
            <a:ext cx="4444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Converted all dates to a consistent format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950E75C-5A4E-3982-FABE-0E8F831385A4}"/>
              </a:ext>
            </a:extLst>
          </p:cNvPr>
          <p:cNvSpPr txBox="1"/>
          <p:nvPr/>
        </p:nvSpPr>
        <p:spPr>
          <a:xfrm>
            <a:off x="4767182" y="4528721"/>
            <a:ext cx="6510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Translated &amp;  </a:t>
            </a:r>
            <a:r>
              <a:rPr lang="en-IN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entered 120 datas manually </a:t>
            </a:r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in mixed language text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595257-BF08-4079-AFAF-8E4FC542F3F4}"/>
              </a:ext>
            </a:extLst>
          </p:cNvPr>
          <p:cNvSpPr txBox="1"/>
          <p:nvPr/>
        </p:nvSpPr>
        <p:spPr>
          <a:xfrm>
            <a:off x="5234518" y="5290457"/>
            <a:ext cx="4444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Validated data for consistency &amp; accuracy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C26DE5D-30C5-7B98-473A-5424FAA85134}"/>
              </a:ext>
            </a:extLst>
          </p:cNvPr>
          <p:cNvSpPr txBox="1"/>
          <p:nvPr/>
        </p:nvSpPr>
        <p:spPr>
          <a:xfrm>
            <a:off x="4673053" y="6087837"/>
            <a:ext cx="4444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High quality data ready for analysis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39F75D7-8CD9-1CB7-82D8-7DC7C78B8A9C}"/>
              </a:ext>
            </a:extLst>
          </p:cNvPr>
          <p:cNvCxnSpPr>
            <a:endCxn id="66" idx="1"/>
          </p:cNvCxnSpPr>
          <p:nvPr/>
        </p:nvCxnSpPr>
        <p:spPr>
          <a:xfrm>
            <a:off x="3479895" y="1480823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B2DE9D1-8C86-7E33-2ADD-116A397B20AA}"/>
              </a:ext>
            </a:extLst>
          </p:cNvPr>
          <p:cNvCxnSpPr/>
          <p:nvPr/>
        </p:nvCxnSpPr>
        <p:spPr>
          <a:xfrm>
            <a:off x="4035705" y="2265232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CE8AF67-68DA-7EA8-BDCF-34B70A0E9EDD}"/>
              </a:ext>
            </a:extLst>
          </p:cNvPr>
          <p:cNvCxnSpPr/>
          <p:nvPr/>
        </p:nvCxnSpPr>
        <p:spPr>
          <a:xfrm>
            <a:off x="3686083" y="2991371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C54B9D8-0F0D-2EF7-F9C5-D6D8B9A58ECE}"/>
              </a:ext>
            </a:extLst>
          </p:cNvPr>
          <p:cNvCxnSpPr/>
          <p:nvPr/>
        </p:nvCxnSpPr>
        <p:spPr>
          <a:xfrm>
            <a:off x="4076046" y="3663726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F2607D0-7496-A578-1DAE-B9988E4F305E}"/>
              </a:ext>
            </a:extLst>
          </p:cNvPr>
          <p:cNvCxnSpPr/>
          <p:nvPr/>
        </p:nvCxnSpPr>
        <p:spPr>
          <a:xfrm>
            <a:off x="3632295" y="4416765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3E3A14C-DADD-0C02-CB2C-A4B403C49E16}"/>
              </a:ext>
            </a:extLst>
          </p:cNvPr>
          <p:cNvCxnSpPr/>
          <p:nvPr/>
        </p:nvCxnSpPr>
        <p:spPr>
          <a:xfrm>
            <a:off x="4129834" y="5210140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CBB2973-73B3-547E-60F0-074AAABBF0DE}"/>
              </a:ext>
            </a:extLst>
          </p:cNvPr>
          <p:cNvCxnSpPr/>
          <p:nvPr/>
        </p:nvCxnSpPr>
        <p:spPr>
          <a:xfrm>
            <a:off x="3484378" y="5963180"/>
            <a:ext cx="47802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9684F9-6D66-6330-E1F8-460803E4173B}"/>
              </a:ext>
            </a:extLst>
          </p:cNvPr>
          <p:cNvSpPr txBox="1"/>
          <p:nvPr/>
        </p:nvSpPr>
        <p:spPr>
          <a:xfrm>
            <a:off x="4441026" y="1575766"/>
            <a:ext cx="378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Gathered unprocessed information</a:t>
            </a:r>
          </a:p>
        </p:txBody>
      </p:sp>
    </p:spTree>
    <p:extLst>
      <p:ext uri="{BB962C8B-B14F-4D97-AF65-F5344CB8AC3E}">
        <p14:creationId xmlns:p14="http://schemas.microsoft.com/office/powerpoint/2010/main" val="103349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53369-726B-9624-82A0-9F29F6CF2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4ABC4C6-7B82-57FD-24FD-10F2A948CF7A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4FFD940-3F42-B523-F3E0-9896D793573D}"/>
              </a:ext>
            </a:extLst>
          </p:cNvPr>
          <p:cNvSpPr/>
          <p:nvPr/>
        </p:nvSpPr>
        <p:spPr>
          <a:xfrm>
            <a:off x="1304360" y="1011891"/>
            <a:ext cx="5244352" cy="152624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7A4C5A8F-8130-1D33-1A63-434479B2E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79" y="1011891"/>
            <a:ext cx="2289363" cy="1526242"/>
          </a:xfrm>
          <a:prstGeom prst="rect">
            <a:avLst/>
          </a:prstGeom>
        </p:spPr>
      </p:pic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35E1E8D-DFCC-0CBE-D045-84C2F6645208}"/>
              </a:ext>
            </a:extLst>
          </p:cNvPr>
          <p:cNvSpPr/>
          <p:nvPr/>
        </p:nvSpPr>
        <p:spPr>
          <a:xfrm>
            <a:off x="1304359" y="2857488"/>
            <a:ext cx="5244353" cy="152624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B9C9249-E602-6500-6956-FC741EAA0F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14" y="3039035"/>
            <a:ext cx="1282712" cy="1212836"/>
          </a:xfrm>
          <a:prstGeom prst="rect">
            <a:avLst/>
          </a:prstGeom>
        </p:spPr>
      </p:pic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278BA66-D2F9-7DC4-9B07-984775FB7E46}"/>
              </a:ext>
            </a:extLst>
          </p:cNvPr>
          <p:cNvSpPr/>
          <p:nvPr/>
        </p:nvSpPr>
        <p:spPr>
          <a:xfrm>
            <a:off x="1290912" y="4683936"/>
            <a:ext cx="5244353" cy="152624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E882CCA1-8D3C-F389-1056-D5D8E7AAE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66" y="4878717"/>
            <a:ext cx="1103582" cy="1103582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6518F3B6-E6E7-E69B-868F-80AAD89D7C45}"/>
              </a:ext>
            </a:extLst>
          </p:cNvPr>
          <p:cNvSpPr txBox="1"/>
          <p:nvPr/>
        </p:nvSpPr>
        <p:spPr>
          <a:xfrm>
            <a:off x="2916084" y="1011891"/>
            <a:ext cx="1022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EXCEL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E4F8D08-2AEF-A8E3-7E69-5EFBCDD96740}"/>
              </a:ext>
            </a:extLst>
          </p:cNvPr>
          <p:cNvSpPr txBox="1"/>
          <p:nvPr/>
        </p:nvSpPr>
        <p:spPr>
          <a:xfrm>
            <a:off x="2916084" y="2857488"/>
            <a:ext cx="2128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POWER QUERY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2C5E0AD-9195-168D-BA7B-350A60703998}"/>
              </a:ext>
            </a:extLst>
          </p:cNvPr>
          <p:cNvSpPr txBox="1"/>
          <p:nvPr/>
        </p:nvSpPr>
        <p:spPr>
          <a:xfrm>
            <a:off x="2906803" y="4680811"/>
            <a:ext cx="1487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POWER BI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9C60850-3C27-A471-F390-075A1325BD89}"/>
              </a:ext>
            </a:extLst>
          </p:cNvPr>
          <p:cNvSpPr txBox="1"/>
          <p:nvPr/>
        </p:nvSpPr>
        <p:spPr>
          <a:xfrm>
            <a:off x="2929245" y="1417705"/>
            <a:ext cx="2422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Formatting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Validation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ABFA8C9-E54C-C9E5-03CF-C7D88B767033}"/>
              </a:ext>
            </a:extLst>
          </p:cNvPr>
          <p:cNvSpPr txBox="1"/>
          <p:nvPr/>
        </p:nvSpPr>
        <p:spPr>
          <a:xfrm>
            <a:off x="2929245" y="3236208"/>
            <a:ext cx="3094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Transformation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Merging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Data Shaping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FEF873-F655-590B-6CB9-75C2D497AB12}"/>
              </a:ext>
            </a:extLst>
          </p:cNvPr>
          <p:cNvSpPr txBox="1"/>
          <p:nvPr/>
        </p:nvSpPr>
        <p:spPr>
          <a:xfrm>
            <a:off x="2915797" y="5075763"/>
            <a:ext cx="34749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Dashboard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Insights &amp; Visualization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9E101BB-2F09-BA8E-39CD-2978F80CBA4E}"/>
              </a:ext>
            </a:extLst>
          </p:cNvPr>
          <p:cNvSpPr txBox="1"/>
          <p:nvPr/>
        </p:nvSpPr>
        <p:spPr>
          <a:xfrm>
            <a:off x="3091719" y="248106"/>
            <a:ext cx="66859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TOOLS &amp; METHODOLOGY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A3DEA030-A632-79CA-F561-9905E0DDC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588" y="1024512"/>
            <a:ext cx="6175247" cy="61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9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A6FDC-2C39-B011-F7D1-5508FDAF2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70D472-3AE5-76DD-6AB7-2B94F01D416F}"/>
              </a:ext>
            </a:extLst>
          </p:cNvPr>
          <p:cNvSpPr txBox="1"/>
          <p:nvPr/>
        </p:nvSpPr>
        <p:spPr>
          <a:xfrm>
            <a:off x="3008730" y="119675"/>
            <a:ext cx="6430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DASHBOARD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3ED02-43C9-BEEA-4985-D9405974E161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6DFA3-0AD3-14DD-6CBB-B14272948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83" y="827561"/>
            <a:ext cx="10006633" cy="560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1D15-8CEC-1827-6823-6A3D929A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D806D-E572-92DA-6D3B-F3079DCAF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3DF1E0D-1117-00C3-9B96-A66F24F76013}"/>
              </a:ext>
            </a:extLst>
          </p:cNvPr>
          <p:cNvSpPr txBox="1"/>
          <p:nvPr/>
        </p:nvSpPr>
        <p:spPr>
          <a:xfrm>
            <a:off x="2597250" y="57531"/>
            <a:ext cx="7199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ARTIST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86DBE-1879-6900-9F24-23A72BB9FF5B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C37FB3-0929-BCBD-E460-79BD237C4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7" y="765417"/>
            <a:ext cx="10140289" cy="569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F2D-221E-A446-F278-EBB508A0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F2A35-B9D2-1D82-4925-2B4B2E771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131CD56-7723-CCD4-B4A2-B2EDBC24BEFC}"/>
              </a:ext>
            </a:extLst>
          </p:cNvPr>
          <p:cNvSpPr txBox="1"/>
          <p:nvPr/>
        </p:nvSpPr>
        <p:spPr>
          <a:xfrm>
            <a:off x="2770986" y="119675"/>
            <a:ext cx="7232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SONGS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80259-B8A3-67DD-0733-D8120EBDE025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910AF-DB5D-8A03-4C8C-645824CCF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66" y="827561"/>
            <a:ext cx="10019668" cy="562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8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6BC1-B15C-FA0A-83FA-D0DD4963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EDAD36-C365-0BEE-C262-676E8AA03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7B18E80-2B7F-9988-8584-64029F81939D}"/>
              </a:ext>
            </a:extLst>
          </p:cNvPr>
          <p:cNvSpPr txBox="1"/>
          <p:nvPr/>
        </p:nvSpPr>
        <p:spPr>
          <a:xfrm>
            <a:off x="2140050" y="59838"/>
            <a:ext cx="8146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16B5B-539B-AA4F-39FD-19CB453DF92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21D89-2DA4-7693-8CF2-A58EA2E36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373" y="827561"/>
            <a:ext cx="9992324" cy="561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3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AC32-531A-C20B-EAAC-57F79B4D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909C-FE4A-0542-D7CD-A68D53C44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9A82236-2965-EE1B-9EC5-85AF55AD7B62}"/>
              </a:ext>
            </a:extLst>
          </p:cNvPr>
          <p:cNvSpPr txBox="1"/>
          <p:nvPr/>
        </p:nvSpPr>
        <p:spPr>
          <a:xfrm>
            <a:off x="2588106" y="68060"/>
            <a:ext cx="7487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COMPARISON WITH TRENDS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FE77E-C414-5A8B-B541-0C6B8DA9C257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ED764-84C3-661D-7F8A-0E8D4B239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3" y="827561"/>
            <a:ext cx="10022654" cy="56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5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2CAB-9972-198E-BEB3-78E77098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file"/>
            <a:extLst>
              <a:ext uri="{FF2B5EF4-FFF2-40B4-BE49-F238E27FC236}">
                <a16:creationId xmlns:a16="http://schemas.microsoft.com/office/drawing/2014/main" id="{5662F482-FB9D-FF4F-A584-AE7982602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9592EB2-4079-B173-6916-4B2989CF87E3}"/>
              </a:ext>
            </a:extLst>
          </p:cNvPr>
          <p:cNvSpPr txBox="1"/>
          <p:nvPr/>
        </p:nvSpPr>
        <p:spPr>
          <a:xfrm>
            <a:off x="1700918" y="35028"/>
            <a:ext cx="8790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RELATIONSHIP WITH PLATFORMS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C0334-6F8B-E238-0B83-82A180D7E2E3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580E1-FF4F-42F2-C3E5-7BC405263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" y="742914"/>
            <a:ext cx="10012680" cy="562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232E-93F8-BC09-5244-579F15B50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86AD0E-558B-C657-FBAF-9C832E9F9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DA860F-7E57-24F0-47EC-FC6A23E74BDC}"/>
              </a:ext>
            </a:extLst>
          </p:cNvPr>
          <p:cNvSpPr txBox="1"/>
          <p:nvPr/>
        </p:nvSpPr>
        <p:spPr>
          <a:xfrm>
            <a:off x="3800963" y="207203"/>
            <a:ext cx="47881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TIKTOK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CF70A-E24E-80E6-5862-E98D1C09C8DA}"/>
              </a:ext>
            </a:extLst>
          </p:cNvPr>
          <p:cNvSpPr txBox="1"/>
          <p:nvPr/>
        </p:nvSpPr>
        <p:spPr>
          <a:xfrm>
            <a:off x="8165204" y="1645538"/>
            <a:ext cx="3917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Total TikTok Streams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51B98-E321-EF8B-507D-B651D0FA1C75}"/>
              </a:ext>
            </a:extLst>
          </p:cNvPr>
          <p:cNvSpPr txBox="1"/>
          <p:nvPr/>
        </p:nvSpPr>
        <p:spPr>
          <a:xfrm>
            <a:off x="8165204" y="3229365"/>
            <a:ext cx="3917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TikTok Playlist Reach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5A46B9-A498-A973-9751-EF98ACEC0EEC}"/>
              </a:ext>
            </a:extLst>
          </p:cNvPr>
          <p:cNvSpPr txBox="1"/>
          <p:nvPr/>
        </p:nvSpPr>
        <p:spPr>
          <a:xfrm>
            <a:off x="8081746" y="4813192"/>
            <a:ext cx="4084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TikTok Popularity(</a:t>
            </a:r>
            <a:r>
              <a:rPr lang="en-IN" sz="2800" b="1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Avg</a:t>
            </a:r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00C16F-9BF8-ECDD-AEF6-02EE14A4E2FD}"/>
              </a:ext>
            </a:extLst>
          </p:cNvPr>
          <p:cNvSpPr txBox="1"/>
          <p:nvPr/>
        </p:nvSpPr>
        <p:spPr>
          <a:xfrm>
            <a:off x="9078842" y="2077295"/>
            <a:ext cx="2141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51.8 %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10486-B817-02E2-C628-F08F29125052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4480E-CE3E-5FD2-83D0-284853A69857}"/>
              </a:ext>
            </a:extLst>
          </p:cNvPr>
          <p:cNvSpPr txBox="1"/>
          <p:nvPr/>
        </p:nvSpPr>
        <p:spPr>
          <a:xfrm>
            <a:off x="8589133" y="3611125"/>
            <a:ext cx="33963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 </a:t>
            </a:r>
            <a:r>
              <a:rPr lang="en-IN" sz="4400" b="1" dirty="0">
                <a:solidFill>
                  <a:srgbClr val="FFC000"/>
                </a:solidFill>
              </a:rPr>
              <a:t>4.46T views</a:t>
            </a:r>
            <a:endParaRPr lang="en-IN" sz="4400" b="1" dirty="0">
              <a:solidFill>
                <a:srgbClr val="FFC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B09B0-3021-24A3-5741-2B225EB1EA78}"/>
              </a:ext>
            </a:extLst>
          </p:cNvPr>
          <p:cNvSpPr txBox="1"/>
          <p:nvPr/>
        </p:nvSpPr>
        <p:spPr>
          <a:xfrm>
            <a:off x="8943155" y="5212462"/>
            <a:ext cx="2529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C000"/>
                </a:solidFill>
                <a:latin typeface="Arial Rounded MT Bold" panose="020F0704030504030204" pitchFamily="34" charset="0"/>
              </a:rPr>
              <a:t> 63.50 %</a:t>
            </a:r>
          </a:p>
        </p:txBody>
      </p:sp>
    </p:spTree>
    <p:extLst>
      <p:ext uri="{BB962C8B-B14F-4D97-AF65-F5344CB8AC3E}">
        <p14:creationId xmlns:p14="http://schemas.microsoft.com/office/powerpoint/2010/main" val="124546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F62E-64DC-2281-F589-2C396B45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2355D-23AD-24C3-7DD2-9C4F8B6AC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1280411-FF28-3D2E-5157-E0BB8187AAC4}"/>
              </a:ext>
            </a:extLst>
          </p:cNvPr>
          <p:cNvSpPr txBox="1"/>
          <p:nvPr/>
        </p:nvSpPr>
        <p:spPr>
          <a:xfrm>
            <a:off x="1797211" y="404191"/>
            <a:ext cx="8679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CROSS-PLATFORM COMPARISON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EBDFF-849A-E9C3-6A5F-66F8C905EFE8}"/>
              </a:ext>
            </a:extLst>
          </p:cNvPr>
          <p:cNvSpPr txBox="1"/>
          <p:nvPr/>
        </p:nvSpPr>
        <p:spPr>
          <a:xfrm>
            <a:off x="2627645" y="1112077"/>
            <a:ext cx="7019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(TOTAL STREAMS / VIEW)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C8480-FE6C-8E2A-BBD3-5FAA668B1D7F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A91F7-0BA1-C0E7-24B4-F5E6D3F48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48" y="1512187"/>
            <a:ext cx="9711492" cy="505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8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DB5E-905C-0CD9-2AB5-B6190985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8F8AE-6815-AB29-BF6C-568EDAF82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4973AB1-9A9B-1F7E-CAC7-9247DE097838}"/>
              </a:ext>
            </a:extLst>
          </p:cNvPr>
          <p:cNvSpPr txBox="1"/>
          <p:nvPr/>
        </p:nvSpPr>
        <p:spPr>
          <a:xfrm>
            <a:off x="1617827" y="317105"/>
            <a:ext cx="8669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ARTIST &amp; TRACK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D9CF8-9CAC-1739-1889-457409EDA264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BDB9E-63EC-AA9C-BA37-8024E1C33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14" y="1083356"/>
            <a:ext cx="5602461" cy="5025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4459A-91A0-C888-37D1-1BAE7B06A5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761" y="1083356"/>
            <a:ext cx="5978925" cy="50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6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DC83-7DD7-FD45-26BA-AF5767BE1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63E3F-9387-B2C1-2962-AECBCC4B3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F56C910-0994-EF40-52E7-4384B52240CB}"/>
              </a:ext>
            </a:extLst>
          </p:cNvPr>
          <p:cNvSpPr txBox="1"/>
          <p:nvPr/>
        </p:nvSpPr>
        <p:spPr>
          <a:xfrm>
            <a:off x="742964" y="244534"/>
            <a:ext cx="107060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TRENDING ANALYSIS(BY RELEASE YEAR)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D5CE5-7B77-AD56-D583-0B51B66DD73C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40492-188C-1E20-7236-44CB47396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33" y="1003741"/>
            <a:ext cx="10375733" cy="530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9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78A10-C8F9-86A8-D976-010BD7A9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3EAAC-AF6F-C4D2-84FA-4A2C713F9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" y="0"/>
            <a:ext cx="12192000" cy="685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3A69AB2-BDB3-5849-7C11-AB1D2DCE33B3}"/>
              </a:ext>
            </a:extLst>
          </p:cNvPr>
          <p:cNvSpPr txBox="1"/>
          <p:nvPr/>
        </p:nvSpPr>
        <p:spPr>
          <a:xfrm>
            <a:off x="3352460" y="284824"/>
            <a:ext cx="5487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CAFFA-A69E-3936-EEFE-527F6355BB4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836" y="2698376"/>
            <a:ext cx="1461247" cy="1461247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665ADE-2C1D-270D-0917-6FDEB0ABC3B4}"/>
              </a:ext>
            </a:extLst>
          </p:cNvPr>
          <p:cNvSpPr/>
          <p:nvPr/>
        </p:nvSpPr>
        <p:spPr>
          <a:xfrm>
            <a:off x="1773065" y="1131161"/>
            <a:ext cx="3869970" cy="1454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6DF55A-73ED-6BB7-6F15-BCCEB02A8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439" y="1181909"/>
            <a:ext cx="1793440" cy="1364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70C0"/>
            </a:outerShdw>
            <a:softEdge rad="330200"/>
          </a:effec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54CC37-451D-F0AC-E5F2-CAE3762CE928}"/>
              </a:ext>
            </a:extLst>
          </p:cNvPr>
          <p:cNvSpPr/>
          <p:nvPr/>
        </p:nvSpPr>
        <p:spPr>
          <a:xfrm>
            <a:off x="7665422" y="2757817"/>
            <a:ext cx="3869970" cy="1454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81501B0-9427-B941-4FB3-BF2148B1AF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3170" y="2807708"/>
            <a:ext cx="1404111" cy="1404111"/>
          </a:xfrm>
          <a:prstGeom prst="rect">
            <a:avLst/>
          </a:prstGeom>
          <a:effectLst>
            <a:softEdge rad="0"/>
          </a:effec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687F21-018C-6328-B89E-A2D2438007CE}"/>
              </a:ext>
            </a:extLst>
          </p:cNvPr>
          <p:cNvSpPr/>
          <p:nvPr/>
        </p:nvSpPr>
        <p:spPr>
          <a:xfrm>
            <a:off x="6959182" y="1133680"/>
            <a:ext cx="3869970" cy="1454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D6A8AF-7E74-659C-FEDC-E6AA8D9A44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083" y="1170676"/>
            <a:ext cx="1404112" cy="1404112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3AFE263-E872-5DD8-6636-F5403FEA6302}"/>
              </a:ext>
            </a:extLst>
          </p:cNvPr>
          <p:cNvSpPr/>
          <p:nvPr/>
        </p:nvSpPr>
        <p:spPr>
          <a:xfrm>
            <a:off x="1185527" y="2757817"/>
            <a:ext cx="3869970" cy="1454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4066984-80F3-1152-06D0-9EBE6B28F5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654" y="2865991"/>
            <a:ext cx="1230406" cy="1230406"/>
          </a:xfrm>
          <a:prstGeom prst="rect">
            <a:avLst/>
          </a:prstGeom>
          <a:effectLst>
            <a:softEdge rad="0"/>
          </a:effectLst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3D9C3B5-DAAA-40E3-C913-FD84DD58C96E}"/>
              </a:ext>
            </a:extLst>
          </p:cNvPr>
          <p:cNvSpPr/>
          <p:nvPr/>
        </p:nvSpPr>
        <p:spPr>
          <a:xfrm>
            <a:off x="7048222" y="4381954"/>
            <a:ext cx="3869970" cy="1454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24E1977-A6A6-D15E-509B-5D21F5592A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946" y="3583695"/>
            <a:ext cx="2935679" cy="305052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37BE3AB-F2EA-B2C4-AC4D-BB04165DFA90}"/>
              </a:ext>
            </a:extLst>
          </p:cNvPr>
          <p:cNvSpPr/>
          <p:nvPr/>
        </p:nvSpPr>
        <p:spPr>
          <a:xfrm>
            <a:off x="1755452" y="4370889"/>
            <a:ext cx="3869970" cy="1454002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46289FE-EB4B-D33D-02E8-1C88BBD7D6A5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944" y="4489003"/>
            <a:ext cx="1230405" cy="123040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18355D3-D299-B26E-3555-88DA895521DC}"/>
              </a:ext>
            </a:extLst>
          </p:cNvPr>
          <p:cNvSpPr txBox="1"/>
          <p:nvPr/>
        </p:nvSpPr>
        <p:spPr>
          <a:xfrm>
            <a:off x="1615074" y="1969140"/>
            <a:ext cx="2629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“Djo” and “Lay </a:t>
            </a:r>
            <a:r>
              <a:rPr lang="en-IN" sz="1600" dirty="0" err="1">
                <a:solidFill>
                  <a:srgbClr val="FFFF00"/>
                </a:solidFill>
                <a:latin typeface="Arial Rounded MT Bold" panose="020F0704030504030204" pitchFamily="34" charset="0"/>
              </a:rPr>
              <a:t>Bankz</a:t>
            </a:r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14E4D-ADD4-D6DC-50D0-B6F109BDE9D0}"/>
              </a:ext>
            </a:extLst>
          </p:cNvPr>
          <p:cNvSpPr txBox="1"/>
          <p:nvPr/>
        </p:nvSpPr>
        <p:spPr>
          <a:xfrm>
            <a:off x="1834069" y="1372217"/>
            <a:ext cx="219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Popular Artist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E64AF-40B4-A95C-C059-F688B1CFD88A}"/>
              </a:ext>
            </a:extLst>
          </p:cNvPr>
          <p:cNvSpPr txBox="1"/>
          <p:nvPr/>
        </p:nvSpPr>
        <p:spPr>
          <a:xfrm>
            <a:off x="7665422" y="2943478"/>
            <a:ext cx="253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Artist Platform Focus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12F038-86ED-31DB-D29D-929A113CA10F}"/>
              </a:ext>
            </a:extLst>
          </p:cNvPr>
          <p:cNvSpPr txBox="1"/>
          <p:nvPr/>
        </p:nvSpPr>
        <p:spPr>
          <a:xfrm>
            <a:off x="3122990" y="2976328"/>
            <a:ext cx="1459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Top Track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6160AD-DD76-C72E-A696-C58EFAF7202A}"/>
              </a:ext>
            </a:extLst>
          </p:cNvPr>
          <p:cNvSpPr txBox="1"/>
          <p:nvPr/>
        </p:nvSpPr>
        <p:spPr>
          <a:xfrm>
            <a:off x="8707680" y="4558351"/>
            <a:ext cx="2210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YouTube Power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8A13FA-DDB9-7B91-52AC-23294975912F}"/>
              </a:ext>
            </a:extLst>
          </p:cNvPr>
          <p:cNvSpPr txBox="1"/>
          <p:nvPr/>
        </p:nvSpPr>
        <p:spPr>
          <a:xfrm>
            <a:off x="1782532" y="4489003"/>
            <a:ext cx="28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Most Popular Albums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BA5284-F295-766B-40DE-FA296196D219}"/>
              </a:ext>
            </a:extLst>
          </p:cNvPr>
          <p:cNvSpPr txBox="1"/>
          <p:nvPr/>
        </p:nvSpPr>
        <p:spPr>
          <a:xfrm>
            <a:off x="7683587" y="3342905"/>
            <a:ext cx="2495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Focus on Spotify for maximum streaming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CAD468-9F57-C599-9330-62B43262453A}"/>
              </a:ext>
            </a:extLst>
          </p:cNvPr>
          <p:cNvSpPr txBox="1"/>
          <p:nvPr/>
        </p:nvSpPr>
        <p:spPr>
          <a:xfrm>
            <a:off x="8508953" y="1701079"/>
            <a:ext cx="2306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First Platform &amp; making a song a hit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06D891-5C0D-20EE-4301-72B4BB22B752}"/>
              </a:ext>
            </a:extLst>
          </p:cNvPr>
          <p:cNvSpPr txBox="1"/>
          <p:nvPr/>
        </p:nvSpPr>
        <p:spPr>
          <a:xfrm>
            <a:off x="2787420" y="3402386"/>
            <a:ext cx="207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“A Bar Song(Tipsy)”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07FA4B-EC6B-6DC0-6F06-FC1D64FD4DC6}"/>
              </a:ext>
            </a:extLst>
          </p:cNvPr>
          <p:cNvSpPr txBox="1"/>
          <p:nvPr/>
        </p:nvSpPr>
        <p:spPr>
          <a:xfrm>
            <a:off x="8637758" y="4991829"/>
            <a:ext cx="2078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Highest views and user engagement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9823D7-A616-BF43-7BA1-3803875437A2}"/>
              </a:ext>
            </a:extLst>
          </p:cNvPr>
          <p:cNvSpPr txBox="1"/>
          <p:nvPr/>
        </p:nvSpPr>
        <p:spPr>
          <a:xfrm>
            <a:off x="2278023" y="4930329"/>
            <a:ext cx="1758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“HIT ME HARD AND SOFT"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DB80D-2E6B-3790-0F37-E092C95ED2E4}"/>
              </a:ext>
            </a:extLst>
          </p:cNvPr>
          <p:cNvSpPr txBox="1"/>
          <p:nvPr/>
        </p:nvSpPr>
        <p:spPr>
          <a:xfrm>
            <a:off x="8607479" y="1301652"/>
            <a:ext cx="222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Strongest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0028A-DB2F-4D75-2247-CC55DCFAEE9C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3579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FE88-59BA-3E64-A084-E486DDB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4A771-E4FE-C645-3F24-FBEF1308C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44"/>
            <a:ext cx="12192000" cy="686714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771F7D0-2A28-CB8D-3573-7B96E7C769F2}"/>
              </a:ext>
            </a:extLst>
          </p:cNvPr>
          <p:cNvSpPr txBox="1"/>
          <p:nvPr/>
        </p:nvSpPr>
        <p:spPr>
          <a:xfrm>
            <a:off x="1913220" y="230020"/>
            <a:ext cx="836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BUSINESS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4B8AB-FCC0-CA87-379C-38EE777B06B3}"/>
              </a:ext>
            </a:extLst>
          </p:cNvPr>
          <p:cNvSpPr txBox="1"/>
          <p:nvPr/>
        </p:nvSpPr>
        <p:spPr>
          <a:xfrm>
            <a:off x="406397" y="791897"/>
            <a:ext cx="5575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We should 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double down on TikTok </a:t>
            </a:r>
          </a:p>
          <a:p>
            <a:pPr algn="ctr"/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marketing</a:t>
            </a:r>
            <a:r>
              <a:rPr lang="en-IN" sz="2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 </a:t>
            </a:r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while also</a:t>
            </a:r>
            <a:r>
              <a:rPr lang="en-IN" sz="2400" b="1" dirty="0">
                <a:solidFill>
                  <a:srgbClr val="FFFF00"/>
                </a:solidFill>
                <a:latin typeface="Arial Rounded MT Bold" panose="020F0704030504030204" pitchFamily="34" charset="0"/>
              </a:rPr>
              <a:t> 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investing </a:t>
            </a:r>
          </a:p>
          <a:p>
            <a:pPr algn="ctr"/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in Spotify or YouTube</a:t>
            </a:r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 to reduce </a:t>
            </a:r>
          </a:p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platform risk.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FF787-4EE2-3B2C-E547-56498EC55367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67B280-85F3-EED2-487F-5CF25E100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52" y="2370765"/>
            <a:ext cx="5698896" cy="3715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ED92D-725D-EF96-9EDB-39EF590A2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260" y="2370765"/>
            <a:ext cx="5698896" cy="37043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32CC0E-4929-DC42-5956-AB4F944C6EA3}"/>
              </a:ext>
            </a:extLst>
          </p:cNvPr>
          <p:cNvSpPr txBox="1"/>
          <p:nvPr/>
        </p:nvSpPr>
        <p:spPr>
          <a:xfrm>
            <a:off x="6316381" y="937912"/>
            <a:ext cx="5500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We need to 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continuously monitor song performance </a:t>
            </a:r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across different platforms.</a:t>
            </a:r>
            <a:endParaRPr lang="en-IN" sz="2400" b="1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0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AF29-26AA-6D50-C5F5-6D1DCE4A8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0B09F-5AC3-5B11-B378-BDF8A650F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1C87DA-24BB-DFED-62F2-0685A958CCC0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C7510-D39B-AAB9-94B9-652335601E48}"/>
              </a:ext>
            </a:extLst>
          </p:cNvPr>
          <p:cNvSpPr txBox="1"/>
          <p:nvPr/>
        </p:nvSpPr>
        <p:spPr>
          <a:xfrm>
            <a:off x="555053" y="861882"/>
            <a:ext cx="5452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Release music strategically based on 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data-driven audience behaviour</a:t>
            </a:r>
            <a:endParaRPr lang="en-IN" sz="2400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9CC846-5D70-524C-DC48-F5219D937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4" y="1867710"/>
            <a:ext cx="5994107" cy="39463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3EC2E8-FEF6-0472-C34C-5BE2AB5BFE98}"/>
              </a:ext>
            </a:extLst>
          </p:cNvPr>
          <p:cNvSpPr txBox="1"/>
          <p:nvPr/>
        </p:nvSpPr>
        <p:spPr>
          <a:xfrm>
            <a:off x="6317728" y="415497"/>
            <a:ext cx="59777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Our next marketing focus should be to </a:t>
            </a:r>
          </a:p>
          <a:p>
            <a:pPr algn="ctr"/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leverage the trend around 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Shaboozey’s  "A Bar Song“(Tipsy) </a:t>
            </a:r>
            <a:r>
              <a:rPr lang="en-IN" sz="24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and collaborate with creators like</a:t>
            </a:r>
            <a:r>
              <a:rPr lang="en-IN" sz="2400" b="1" dirty="0">
                <a:solidFill>
                  <a:srgbClr val="FFFF00"/>
                </a:solidFill>
                <a:latin typeface="Arial Rounded MT Bold" panose="020F0704030504030204" pitchFamily="34" charset="0"/>
              </a:rPr>
              <a:t> </a:t>
            </a:r>
            <a:r>
              <a:rPr lang="en-IN" sz="24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Kevin MacLeod</a:t>
            </a:r>
          </a:p>
        </p:txBody>
      </p:sp>
      <p:pic>
        <p:nvPicPr>
          <p:cNvPr id="6" name="Picture 5" descr="A Bar Song (Tipsy) [Clean] song by Shaboozey from Where I've Been, Isn't  Where I'm Going on Amazon Music">
            <a:extLst>
              <a:ext uri="{FF2B5EF4-FFF2-40B4-BE49-F238E27FC236}">
                <a16:creationId xmlns:a16="http://schemas.microsoft.com/office/drawing/2014/main" id="{A8F6500E-96B2-C920-9DB9-E8BEE5BC1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490" y="2428893"/>
            <a:ext cx="3385207" cy="338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2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6441D0-E0B4-31AE-5AAC-4E4CD6A60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3D15DB-1525-B0FA-4170-C3D5AAA08265}"/>
              </a:ext>
            </a:extLst>
          </p:cNvPr>
          <p:cNvSpPr txBox="1"/>
          <p:nvPr/>
        </p:nvSpPr>
        <p:spPr>
          <a:xfrm>
            <a:off x="921124" y="688204"/>
            <a:ext cx="36912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BF528-7E0B-F81E-90F4-0B2D986FB7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114" y="5440297"/>
            <a:ext cx="1459382" cy="1459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03A87-141B-D6A7-EBF4-70B0DEAFC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53" y="5129783"/>
            <a:ext cx="2408268" cy="2502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D68636-21AE-036C-E90B-9D778E6AEC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7" y="5294098"/>
            <a:ext cx="1583506" cy="15835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B8DC54-DA32-3878-7235-D894DBE95203}"/>
              </a:ext>
            </a:extLst>
          </p:cNvPr>
          <p:cNvSpPr txBox="1"/>
          <p:nvPr/>
        </p:nvSpPr>
        <p:spPr>
          <a:xfrm>
            <a:off x="11118697" y="6304002"/>
            <a:ext cx="11871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</a:t>
            </a:r>
          </a:p>
          <a:p>
            <a:r>
              <a:rPr lang="en-IN" sz="1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Team ANB 19</a:t>
            </a:r>
          </a:p>
          <a:p>
            <a:r>
              <a:rPr lang="en-IN" sz="1000" dirty="0">
                <a:solidFill>
                  <a:srgbClr val="FFFF00"/>
                </a:solidFill>
                <a:latin typeface="Arial Rounded MT Bold" panose="020F0704030504030204" pitchFamily="34" charset="0"/>
              </a:rPr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340686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576</Words>
  <Application>Microsoft Office PowerPoint</Application>
  <PresentationFormat>Widescreen</PresentationFormat>
  <Paragraphs>166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Mamtha Santhosh Nuvesh</dc:creator>
  <cp:lastModifiedBy>RAJALAKSHMI S</cp:lastModifiedBy>
  <cp:revision>17</cp:revision>
  <dcterms:created xsi:type="dcterms:W3CDTF">2026-07-15T12:54:32Z</dcterms:created>
  <dcterms:modified xsi:type="dcterms:W3CDTF">2026-08-18T14:39:35Z</dcterms:modified>
</cp:coreProperties>
</file>